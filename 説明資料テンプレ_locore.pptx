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3.xml" ContentType="application/vnd.openxmlformats-officedocument.theme+xml"/>
  <Override PartName="/ppt/tags/tag25.xml" ContentType="application/vnd.openxmlformats-officedocument.presentationml.tags+xml"/>
  <Override PartName="/ppt/notesSlides/notesSlide1.xml" ContentType="application/vnd.openxmlformats-officedocument.presentationml.notesSlide+xml"/>
  <Override PartName="/ppt/tags/tag26.xml" ContentType="application/vnd.openxmlformats-officedocument.presentationml.tags+xml"/>
  <Override PartName="/ppt/notesSlides/notesSlide2.xml" ContentType="application/vnd.openxmlformats-officedocument.presentationml.notesSlide+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notesSlides/notesSlide4.xml" ContentType="application/vnd.openxmlformats-officedocument.presentationml.notesSlide+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7.xml" ContentType="application/vnd.openxmlformats-officedocument.presentationml.notesSlide+xml"/>
  <Override PartName="/ppt/tags/tag34.xml" ContentType="application/vnd.openxmlformats-officedocument.presentationml.tags+xml"/>
  <Override PartName="/ppt/notesSlides/notesSlide8.xml" ContentType="application/vnd.openxmlformats-officedocument.presentationml.notesSlide+xml"/>
  <Override PartName="/ppt/tags/tag35.xml" ContentType="application/vnd.openxmlformats-officedocument.presentationml.tags+xml"/>
  <Override PartName="/ppt/notesSlides/notesSlide9.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0.xml" ContentType="application/vnd.openxmlformats-officedocument.presentationml.notesSlide+xml"/>
  <Override PartName="/ppt/tags/tag38.xml" ContentType="application/vnd.openxmlformats-officedocument.presentationml.tags+xml"/>
  <Override PartName="/ppt/notesSlides/notesSlide11.xml" ContentType="application/vnd.openxmlformats-officedocument.presentationml.notesSlide+xml"/>
  <Override PartName="/ppt/tags/tag39.xml" ContentType="application/vnd.openxmlformats-officedocument.presentationml.tags+xml"/>
  <Override PartName="/ppt/notesSlides/notesSlide12.xml" ContentType="application/vnd.openxmlformats-officedocument.presentationml.notesSlide+xml"/>
  <Override PartName="/ppt/tags/tag40.xml" ContentType="application/vnd.openxmlformats-officedocument.presentationml.tags+xml"/>
  <Override PartName="/ppt/notesSlides/notesSlide13.xml" ContentType="application/vnd.openxmlformats-officedocument.presentationml.notesSlide+xml"/>
  <Override PartName="/ppt/tags/tag41.xml" ContentType="application/vnd.openxmlformats-officedocument.presentationml.tags+xml"/>
  <Override PartName="/ppt/notesSlides/notesSlide14.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15.xml" ContentType="application/vnd.openxmlformats-officedocument.presentationml.notesSlide+xml"/>
  <Override PartName="/ppt/tags/tag44.xml" ContentType="application/vnd.openxmlformats-officedocument.presentationml.tags+xml"/>
  <Override PartName="/ppt/notesSlides/notesSlide16.xml" ContentType="application/vnd.openxmlformats-officedocument.presentationml.notesSlide+xml"/>
  <Override PartName="/ppt/tags/tag45.xml" ContentType="application/vnd.openxmlformats-officedocument.presentationml.tags+xml"/>
  <Override PartName="/ppt/notesSlides/notesSlide17.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18.xml" ContentType="application/vnd.openxmlformats-officedocument.presentationml.notesSlide+xml"/>
  <Override PartName="/ppt/tags/tag48.xml" ContentType="application/vnd.openxmlformats-officedocument.presentationml.tags+xml"/>
  <Override PartName="/ppt/notesSlides/notesSlide19.xml" ContentType="application/vnd.openxmlformats-officedocument.presentationml.notesSlide+xml"/>
  <Override PartName="/ppt/tags/tag49.xml" ContentType="application/vnd.openxmlformats-officedocument.presentationml.tags+xml"/>
  <Override PartName="/ppt/notesSlides/notesSlide20.xml" ContentType="application/vnd.openxmlformats-officedocument.presentationml.notesSlide+xml"/>
  <Override PartName="/ppt/tags/tag50.xml" ContentType="application/vnd.openxmlformats-officedocument.presentationml.tags+xml"/>
  <Override PartName="/ppt/notesSlides/notesSlide21.xml" ContentType="application/vnd.openxmlformats-officedocument.presentationml.notesSlide+xml"/>
  <Override PartName="/ppt/tags/tag51.xml" ContentType="application/vnd.openxmlformats-officedocument.presentationml.tags+xml"/>
  <Override PartName="/ppt/notesSlides/notesSlide22.xml" ContentType="application/vnd.openxmlformats-officedocument.presentationml.notesSlide+xml"/>
  <Override PartName="/ppt/tags/tag52.xml" ContentType="application/vnd.openxmlformats-officedocument.presentationml.tags+xml"/>
  <Override PartName="/ppt/notesSlides/notesSlide23.xml" ContentType="application/vnd.openxmlformats-officedocument.presentationml.notesSlide+xml"/>
  <Override PartName="/ppt/tags/tag53.xml" ContentType="application/vnd.openxmlformats-officedocument.presentationml.tags+xml"/>
  <Override PartName="/ppt/notesSlides/notesSlide24.xml" ContentType="application/vnd.openxmlformats-officedocument.presentationml.notesSlide+xml"/>
  <Override PartName="/ppt/tags/tag54.xml" ContentType="application/vnd.openxmlformats-officedocument.presentationml.tags+xml"/>
  <Override PartName="/ppt/notesSlides/notesSlide25.xml" ContentType="application/vnd.openxmlformats-officedocument.presentationml.notesSlide+xml"/>
  <Override PartName="/ppt/tags/tag55.xml" ContentType="application/vnd.openxmlformats-officedocument.presentationml.tags+xml"/>
  <Override PartName="/ppt/notesSlides/notesSlide26.xml" ContentType="application/vnd.openxmlformats-officedocument.presentationml.notesSlide+xml"/>
  <Override PartName="/ppt/tags/tag56.xml" ContentType="application/vnd.openxmlformats-officedocument.presentationml.tags+xml"/>
  <Override PartName="/ppt/notesSlides/notesSlide27.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2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59.xml" ContentType="application/vnd.openxmlformats-officedocument.presentationml.tags+xml"/>
  <Override PartName="/ppt/tags/tag60.xml" ContentType="application/vnd.openxmlformats-officedocument.presentationml.tags+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8" r:id="rId4"/>
    <p:sldMasterId id="2147483919" r:id="rId5"/>
  </p:sldMasterIdLst>
  <p:notesMasterIdLst>
    <p:notesMasterId r:id="rId36"/>
  </p:notesMasterIdLst>
  <p:sldIdLst>
    <p:sldId id="350" r:id="rId6"/>
    <p:sldId id="351" r:id="rId7"/>
    <p:sldId id="452" r:id="rId8"/>
    <p:sldId id="381" r:id="rId9"/>
    <p:sldId id="433" r:id="rId10"/>
    <p:sldId id="453" r:id="rId11"/>
    <p:sldId id="454" r:id="rId12"/>
    <p:sldId id="455" r:id="rId13"/>
    <p:sldId id="456" r:id="rId14"/>
    <p:sldId id="457" r:id="rId15"/>
    <p:sldId id="458" r:id="rId16"/>
    <p:sldId id="459" r:id="rId17"/>
    <p:sldId id="460" r:id="rId18"/>
    <p:sldId id="461" r:id="rId19"/>
    <p:sldId id="462" r:id="rId20"/>
    <p:sldId id="463" r:id="rId21"/>
    <p:sldId id="464" r:id="rId22"/>
    <p:sldId id="465" r:id="rId23"/>
    <p:sldId id="466" r:id="rId24"/>
    <p:sldId id="467" r:id="rId25"/>
    <p:sldId id="496" r:id="rId26"/>
    <p:sldId id="371" r:id="rId27"/>
    <p:sldId id="450" r:id="rId28"/>
    <p:sldId id="469" r:id="rId29"/>
    <p:sldId id="470" r:id="rId30"/>
    <p:sldId id="471" r:id="rId31"/>
    <p:sldId id="472" r:id="rId32"/>
    <p:sldId id="495" r:id="rId33"/>
    <p:sldId id="494" r:id="rId34"/>
    <p:sldId id="437" r:id="rId35"/>
  </p:sldIdLst>
  <p:sldSz cx="9906000" cy="6858000" type="A4"/>
  <p:notesSz cx="6807200" cy="9939338"/>
  <p:custDataLst>
    <p:tags r:id="rId37"/>
  </p:custDataLst>
  <p:defaultTex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2" pos="3120" userDrawn="1">
          <p15:clr>
            <a:srgbClr val="A0A6AE"/>
          </p15:clr>
        </p15:guide>
        <p15:guide id="3" orient="horz" pos="2137" userDrawn="1">
          <p15:clr>
            <a:srgbClr val="A0A6AE"/>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shima, Michiru" initials="TM" lastIdx="20" clrIdx="0">
    <p:extLst>
      <p:ext uri="{19B8F6BF-5375-455C-9EA6-DF929625EA0E}">
        <p15:presenceInfo xmlns:p15="http://schemas.microsoft.com/office/powerpoint/2012/main" userId="S::miteshima@tohmatsu.co.jp::4ce32794-bca9-4413-b02a-c3d46948b27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45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6391" autoAdjust="0"/>
  </p:normalViewPr>
  <p:slideViewPr>
    <p:cSldViewPr snapToGrid="0" showGuides="1">
      <p:cViewPr varScale="1">
        <p:scale>
          <a:sx n="166" d="100"/>
          <a:sy n="166" d="100"/>
        </p:scale>
        <p:origin x="3606" y="144"/>
      </p:cViewPr>
      <p:guideLst>
        <p:guide pos="3120"/>
        <p:guide orient="horz" pos="2137"/>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ja-JP" dirty="0"/>
              <a:t>A</a:t>
            </a:r>
            <a:r>
              <a:rPr lang="ja-JP" altLang="en-US" dirty="0"/>
              <a:t>社の売上高と利益率の推移</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売上高</c:v>
                </c:pt>
              </c:strCache>
            </c:strRef>
          </c:tx>
          <c:spPr>
            <a:solidFill>
              <a:schemeClr val="accent1"/>
            </a:solidFill>
            <a:ln>
              <a:noFill/>
            </a:ln>
            <a:effectLst/>
          </c:spPr>
          <c:invertIfNegative val="0"/>
          <c:cat>
            <c:numRef>
              <c:f>Sheet1!$A$2:$A$5</c:f>
              <c:numCache>
                <c:formatCode>General</c:formatCode>
                <c:ptCount val="4"/>
                <c:pt idx="0">
                  <c:v>2015</c:v>
                </c:pt>
                <c:pt idx="1">
                  <c:v>2016</c:v>
                </c:pt>
                <c:pt idx="2">
                  <c:v>2017</c:v>
                </c:pt>
                <c:pt idx="3">
                  <c:v>2018</c:v>
                </c:pt>
              </c:numCache>
            </c:numRef>
          </c:cat>
          <c:val>
            <c:numRef>
              <c:f>Sheet1!$B$2:$B$5</c:f>
              <c:numCache>
                <c:formatCode>General</c:formatCode>
                <c:ptCount val="4"/>
                <c:pt idx="0">
                  <c:v>8</c:v>
                </c:pt>
                <c:pt idx="1">
                  <c:v>9</c:v>
                </c:pt>
                <c:pt idx="2">
                  <c:v>7</c:v>
                </c:pt>
                <c:pt idx="3">
                  <c:v>8</c:v>
                </c:pt>
              </c:numCache>
            </c:numRef>
          </c:val>
          <c:extLst>
            <c:ext xmlns:c16="http://schemas.microsoft.com/office/drawing/2014/chart" uri="{C3380CC4-5D6E-409C-BE32-E72D297353CC}">
              <c16:uniqueId val="{00000000-3B0E-488F-A118-825AD4AA96D0}"/>
            </c:ext>
          </c:extLst>
        </c:ser>
        <c:dLbls>
          <c:showLegendKey val="0"/>
          <c:showVal val="0"/>
          <c:showCatName val="0"/>
          <c:showSerName val="0"/>
          <c:showPercent val="0"/>
          <c:showBubbleSize val="0"/>
        </c:dLbls>
        <c:gapWidth val="219"/>
        <c:overlap val="-27"/>
        <c:axId val="543152095"/>
        <c:axId val="490152559"/>
      </c:barChart>
      <c:lineChart>
        <c:grouping val="standard"/>
        <c:varyColors val="0"/>
        <c:ser>
          <c:idx val="1"/>
          <c:order val="1"/>
          <c:tx>
            <c:strRef>
              <c:f>Sheet1!$C$1</c:f>
              <c:strCache>
                <c:ptCount val="1"/>
                <c:pt idx="0">
                  <c:v>利益率</c:v>
                </c:pt>
              </c:strCache>
            </c:strRef>
          </c:tx>
          <c:spPr>
            <a:ln w="28575" cap="rnd">
              <a:solidFill>
                <a:schemeClr val="accent2"/>
              </a:solidFill>
              <a:round/>
            </a:ln>
            <a:effectLst/>
          </c:spPr>
          <c:marker>
            <c:symbol val="none"/>
          </c:marker>
          <c:cat>
            <c:numRef>
              <c:f>Sheet1!$A$2:$A$5</c:f>
              <c:numCache>
                <c:formatCode>General</c:formatCode>
                <c:ptCount val="4"/>
                <c:pt idx="0">
                  <c:v>2015</c:v>
                </c:pt>
                <c:pt idx="1">
                  <c:v>2016</c:v>
                </c:pt>
                <c:pt idx="2">
                  <c:v>2017</c:v>
                </c:pt>
                <c:pt idx="3">
                  <c:v>2018</c:v>
                </c:pt>
              </c:numCache>
            </c:numRef>
          </c:cat>
          <c:val>
            <c:numRef>
              <c:f>Sheet1!$C$2:$C$5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1-3B0E-488F-A118-825AD4AA96D0}"/>
            </c:ext>
          </c:extLst>
        </c:ser>
        <c:dLbls>
          <c:showLegendKey val="0"/>
          <c:showVal val="0"/>
          <c:showCatName val="0"/>
          <c:showSerName val="0"/>
          <c:showPercent val="0"/>
          <c:showBubbleSize val="0"/>
        </c:dLbls>
        <c:marker val="1"/>
        <c:smooth val="0"/>
        <c:axId val="568034079"/>
        <c:axId val="2011766735"/>
      </c:lineChart>
      <c:catAx>
        <c:axId val="543152095"/>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ja-JP" altLang="en-US" dirty="0"/>
                  <a:t>年</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0152559"/>
        <c:crosses val="autoZero"/>
        <c:auto val="1"/>
        <c:lblAlgn val="ctr"/>
        <c:lblOffset val="100"/>
        <c:noMultiLvlLbl val="0"/>
      </c:catAx>
      <c:valAx>
        <c:axId val="4901525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ja-JP" altLang="en-US" dirty="0"/>
                  <a:t>売上高（億円）</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43152095"/>
        <c:crosses val="autoZero"/>
        <c:crossBetween val="between"/>
      </c:valAx>
      <c:valAx>
        <c:axId val="2011766735"/>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ja-JP" altLang="en-US" dirty="0"/>
                  <a:t>利益率（％）</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8034079"/>
        <c:crosses val="max"/>
        <c:crossBetween val="between"/>
      </c:valAx>
      <c:catAx>
        <c:axId val="568034079"/>
        <c:scaling>
          <c:orientation val="minMax"/>
        </c:scaling>
        <c:delete val="1"/>
        <c:axPos val="b"/>
        <c:numFmt formatCode="General" sourceLinked="1"/>
        <c:majorTickMark val="out"/>
        <c:minorTickMark val="none"/>
        <c:tickLblPos val="nextTo"/>
        <c:crossAx val="201176673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50375" cy="498966"/>
          </a:xfrm>
          <a:prstGeom prst="rect">
            <a:avLst/>
          </a:prstGeom>
        </p:spPr>
        <p:txBody>
          <a:bodyPr vert="horz" lIns="92236" tIns="46118" rIns="92236" bIns="46118" rtlCol="0"/>
          <a:lstStyle>
            <a:lvl1pPr algn="l">
              <a:defRPr sz="1200">
                <a:latin typeface="+mn-lt"/>
                <a:ea typeface="Yu Gothic UI" panose="020B0500000000000000" pitchFamily="50" charset="-128"/>
                <a:cs typeface="+mn-cs"/>
                <a:sym typeface="+mn-lt"/>
              </a:defRPr>
            </a:lvl1pPr>
          </a:lstStyle>
          <a:p>
            <a:endParaRPr kumimoji="1" lang="ja-JP" altLang="en-US"/>
          </a:p>
        </p:txBody>
      </p:sp>
      <p:sp>
        <p:nvSpPr>
          <p:cNvPr id="3" name="日付プレースホルダー 2"/>
          <p:cNvSpPr>
            <a:spLocks noGrp="1"/>
          </p:cNvSpPr>
          <p:nvPr>
            <p:ph type="dt" idx="1"/>
          </p:nvPr>
        </p:nvSpPr>
        <p:spPr>
          <a:xfrm>
            <a:off x="3855221" y="0"/>
            <a:ext cx="2950374" cy="498966"/>
          </a:xfrm>
          <a:prstGeom prst="rect">
            <a:avLst/>
          </a:prstGeom>
        </p:spPr>
        <p:txBody>
          <a:bodyPr vert="horz" lIns="92236" tIns="46118" rIns="92236" bIns="46118" rtlCol="0"/>
          <a:lstStyle>
            <a:lvl1pPr algn="r">
              <a:defRPr sz="1200">
                <a:latin typeface="+mn-lt"/>
                <a:ea typeface="Yu Gothic UI" panose="020B0500000000000000" pitchFamily="50" charset="-128"/>
                <a:cs typeface="+mn-cs"/>
                <a:sym typeface="+mn-lt"/>
              </a:defRPr>
            </a:lvl1pPr>
          </a:lstStyle>
          <a:p>
            <a:fld id="{AAE2C4BB-DD5D-4EF0-8811-528209874544}" type="datetimeFigureOut">
              <a:rPr kumimoji="1" lang="ja-JP" altLang="en-US" smtClean="0"/>
              <a:pPr/>
              <a:t>2026/5/15</a:t>
            </a:fld>
            <a:endParaRPr kumimoji="1" lang="ja-JP" altLang="en-US"/>
          </a:p>
        </p:txBody>
      </p:sp>
      <p:sp>
        <p:nvSpPr>
          <p:cNvPr id="4" name="スライド イメージ プレースホルダー 3"/>
          <p:cNvSpPr>
            <a:spLocks noGrp="1" noRot="1" noChangeAspect="1"/>
          </p:cNvSpPr>
          <p:nvPr>
            <p:ph type="sldImg" idx="2"/>
          </p:nvPr>
        </p:nvSpPr>
        <p:spPr>
          <a:xfrm>
            <a:off x="982663" y="1243013"/>
            <a:ext cx="4841875" cy="3352800"/>
          </a:xfrm>
          <a:prstGeom prst="rect">
            <a:avLst/>
          </a:prstGeom>
          <a:noFill/>
          <a:ln w="12700">
            <a:solidFill>
              <a:prstClr val="black"/>
            </a:solidFill>
          </a:ln>
        </p:spPr>
        <p:txBody>
          <a:bodyPr vert="horz" lIns="92236" tIns="46118" rIns="92236" bIns="46118" rtlCol="0" anchor="ctr"/>
          <a:lstStyle/>
          <a:p>
            <a:endParaRPr lang="ja-JP" altLang="en-US" dirty="0"/>
          </a:p>
        </p:txBody>
      </p:sp>
      <p:sp>
        <p:nvSpPr>
          <p:cNvPr id="5" name="ノート プレースホルダー 4"/>
          <p:cNvSpPr>
            <a:spLocks noGrp="1"/>
          </p:cNvSpPr>
          <p:nvPr>
            <p:ph type="body" sz="quarter" idx="3"/>
          </p:nvPr>
        </p:nvSpPr>
        <p:spPr>
          <a:xfrm>
            <a:off x="680239" y="4783357"/>
            <a:ext cx="5446723" cy="3913364"/>
          </a:xfrm>
          <a:prstGeom prst="rect">
            <a:avLst/>
          </a:prstGeom>
        </p:spPr>
        <p:txBody>
          <a:bodyPr vert="horz" lIns="92236" tIns="46118" rIns="92236" bIns="46118" rtlCol="0"/>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ー 5"/>
          <p:cNvSpPr>
            <a:spLocks noGrp="1"/>
          </p:cNvSpPr>
          <p:nvPr>
            <p:ph type="ftr" sz="quarter" idx="4"/>
          </p:nvPr>
        </p:nvSpPr>
        <p:spPr>
          <a:xfrm>
            <a:off x="1" y="9440372"/>
            <a:ext cx="2950375" cy="498966"/>
          </a:xfrm>
          <a:prstGeom prst="rect">
            <a:avLst/>
          </a:prstGeom>
        </p:spPr>
        <p:txBody>
          <a:bodyPr vert="horz" lIns="92236" tIns="46118" rIns="92236" bIns="46118" rtlCol="0" anchor="b"/>
          <a:lstStyle>
            <a:lvl1pPr algn="l">
              <a:defRPr sz="1200">
                <a:latin typeface="+mn-lt"/>
                <a:ea typeface="Yu Gothic UI" panose="020B0500000000000000" pitchFamily="50" charset="-128"/>
                <a:cs typeface="+mn-cs"/>
                <a:sym typeface="+mn-lt"/>
              </a:defRPr>
            </a:lvl1pPr>
          </a:lstStyle>
          <a:p>
            <a:endParaRPr kumimoji="1" lang="ja-JP" altLang="en-US"/>
          </a:p>
        </p:txBody>
      </p:sp>
      <p:sp>
        <p:nvSpPr>
          <p:cNvPr id="7" name="スライド番号プレースホルダー 6"/>
          <p:cNvSpPr>
            <a:spLocks noGrp="1"/>
          </p:cNvSpPr>
          <p:nvPr>
            <p:ph type="sldNum" sz="quarter" idx="5"/>
          </p:nvPr>
        </p:nvSpPr>
        <p:spPr>
          <a:xfrm>
            <a:off x="3855221" y="9440372"/>
            <a:ext cx="2950374" cy="498966"/>
          </a:xfrm>
          <a:prstGeom prst="rect">
            <a:avLst/>
          </a:prstGeom>
        </p:spPr>
        <p:txBody>
          <a:bodyPr vert="horz" lIns="92236" tIns="46118" rIns="92236" bIns="46118" rtlCol="0" anchor="b"/>
          <a:lstStyle>
            <a:lvl1pPr algn="r">
              <a:defRPr sz="1200">
                <a:latin typeface="+mn-lt"/>
                <a:ea typeface="Yu Gothic UI" panose="020B0500000000000000" pitchFamily="50" charset="-128"/>
                <a:cs typeface="+mn-cs"/>
                <a:sym typeface="+mn-lt"/>
              </a:defRPr>
            </a:lvl1pPr>
          </a:lstStyle>
          <a:p>
            <a:fld id="{24DE13BB-FCB6-4491-A87D-1E9BA7500F8E}" type="slidenum">
              <a:rPr kumimoji="1" lang="ja-JP" altLang="en-US" smtClean="0"/>
              <a:pPr/>
              <a:t>‹#›</a:t>
            </a:fld>
            <a:endParaRPr kumimoji="1" lang="ja-JP" altLang="en-US"/>
          </a:p>
        </p:txBody>
      </p:sp>
    </p:spTree>
    <p:extLst>
      <p:ext uri="{BB962C8B-B14F-4D97-AF65-F5344CB8AC3E}">
        <p14:creationId xmlns:p14="http://schemas.microsoft.com/office/powerpoint/2010/main" val="9898522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1pPr>
    <a:lvl2pPr marL="4572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2pPr>
    <a:lvl3pPr marL="9144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3pPr>
    <a:lvl4pPr marL="13716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4pPr>
    <a:lvl5pPr marL="18288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09EA284A-47D8-4320-A4A2-FAF538B152AA}" type="slidenum">
              <a:rPr lang="ja-JP" altLang="en-US"/>
              <a:pPr/>
              <a:t>1</a:t>
            </a:fld>
            <a:endParaRPr lang="en-US" altLang="ja-JP"/>
          </a:p>
        </p:txBody>
      </p:sp>
      <p:sp>
        <p:nvSpPr>
          <p:cNvPr id="100355" name="Rectangle 2"/>
          <p:cNvSpPr>
            <a:spLocks noGrp="1" noRot="1" noChangeAspect="1" noChangeArrowheads="1" noTextEdit="1"/>
          </p:cNvSpPr>
          <p:nvPr>
            <p:ph type="sldImg"/>
          </p:nvPr>
        </p:nvSpPr>
        <p:spPr>
          <a:xfrm>
            <a:off x="700088" y="736600"/>
            <a:ext cx="5353050" cy="3706813"/>
          </a:xfrm>
          <a:ln/>
        </p:spPr>
      </p:sp>
      <p:sp>
        <p:nvSpPr>
          <p:cNvPr id="100356" name="Rectangle 3"/>
          <p:cNvSpPr>
            <a:spLocks noGrp="1" noChangeArrowheads="1"/>
          </p:cNvSpPr>
          <p:nvPr>
            <p:ph type="body" idx="1"/>
          </p:nvPr>
        </p:nvSpPr>
        <p:spPr>
          <a:xfrm>
            <a:off x="900631" y="4685511"/>
            <a:ext cx="4934501" cy="4443677"/>
          </a:xfrm>
          <a:noFill/>
          <a:ln/>
        </p:spPr>
        <p:txBody>
          <a:bodyPr/>
          <a:lstStyle/>
          <a:p>
            <a:pPr eaLnBrk="1" hangingPunct="1"/>
            <a:endParaRPr lang="en-GB" altLang="ja-JP"/>
          </a:p>
        </p:txBody>
      </p:sp>
    </p:spTree>
    <p:extLst>
      <p:ext uri="{BB962C8B-B14F-4D97-AF65-F5344CB8AC3E}">
        <p14:creationId xmlns:p14="http://schemas.microsoft.com/office/powerpoint/2010/main" val="2632005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4287318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09EA284A-47D8-4320-A4A2-FAF538B152AA}" type="slidenum">
              <a:rPr lang="ja-JP" altLang="en-US"/>
              <a:pPr/>
              <a:t>3</a:t>
            </a:fld>
            <a:endParaRPr lang="en-US" altLang="ja-JP"/>
          </a:p>
        </p:txBody>
      </p:sp>
      <p:sp>
        <p:nvSpPr>
          <p:cNvPr id="100355" name="Rectangle 2"/>
          <p:cNvSpPr>
            <a:spLocks noGrp="1" noRot="1" noChangeAspect="1" noChangeArrowheads="1" noTextEdit="1"/>
          </p:cNvSpPr>
          <p:nvPr>
            <p:ph type="sldImg"/>
          </p:nvPr>
        </p:nvSpPr>
        <p:spPr>
          <a:xfrm>
            <a:off x="700088" y="736600"/>
            <a:ext cx="5353050" cy="3706813"/>
          </a:xfrm>
          <a:ln/>
        </p:spPr>
      </p:sp>
      <p:sp>
        <p:nvSpPr>
          <p:cNvPr id="100356" name="Rectangle 3"/>
          <p:cNvSpPr>
            <a:spLocks noGrp="1" noChangeArrowheads="1"/>
          </p:cNvSpPr>
          <p:nvPr>
            <p:ph type="body" idx="1"/>
          </p:nvPr>
        </p:nvSpPr>
        <p:spPr>
          <a:xfrm>
            <a:off x="900631" y="4685511"/>
            <a:ext cx="4934501" cy="4443677"/>
          </a:xfrm>
          <a:noFill/>
          <a:ln/>
        </p:spPr>
        <p:txBody>
          <a:bodyPr/>
          <a:lstStyle/>
          <a:p>
            <a:pPr eaLnBrk="1" hangingPunct="1"/>
            <a:endParaRPr lang="en-GB" altLang="ja-JP"/>
          </a:p>
        </p:txBody>
      </p:sp>
    </p:spTree>
    <p:extLst>
      <p:ext uri="{BB962C8B-B14F-4D97-AF65-F5344CB8AC3E}">
        <p14:creationId xmlns:p14="http://schemas.microsoft.com/office/powerpoint/2010/main" val="2980281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4</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031690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5</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044430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6</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384530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7</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760636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8</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712294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9</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996431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10</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40533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11</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836344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12</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790530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13</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140309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14</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4212389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15</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831498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16</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453515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solidFill>
                  <a:prstClr val="black"/>
                </a:solidFill>
              </a:rPr>
              <a:pPr/>
              <a:t>17</a:t>
            </a:fld>
            <a:endParaRPr lang="en-US" altLang="ja-JP">
              <a:solidFill>
                <a:prstClr val="black"/>
              </a:solidFill>
            </a:endParaRPr>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0757774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18</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8736563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19</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8546278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20</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6210571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21</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22171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22</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360147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23</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838495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24</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6622689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25</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9629970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26</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5212599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27</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9625086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28</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8159612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86A06DAD-44D3-4EA7-8DE4-9E33DC7017BE}" type="slidenum">
              <a:rPr lang="ja-JP" altLang="en-US" smtClean="0"/>
              <a:pPr/>
              <a:t>30</a:t>
            </a:fld>
            <a:endParaRPr lang="ja-JP" altLang="en-US" dirty="0"/>
          </a:p>
        </p:txBody>
      </p:sp>
    </p:spTree>
    <p:extLst>
      <p:ext uri="{BB962C8B-B14F-4D97-AF65-F5344CB8AC3E}">
        <p14:creationId xmlns:p14="http://schemas.microsoft.com/office/powerpoint/2010/main" val="3822014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137499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4953000" y="396000"/>
            <a:ext cx="4536000"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dirty="0"/>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16496" y="432000"/>
            <a:ext cx="1872000" cy="587972"/>
          </a:xfrm>
          <a:prstGeom prst="rect">
            <a:avLst/>
          </a:prstGeom>
        </p:spPr>
      </p:pic>
      <p:sp>
        <p:nvSpPr>
          <p:cNvPr id="6" name="日付プレースホルダー 5">
            <a:extLst>
              <a:ext uri="{FF2B5EF4-FFF2-40B4-BE49-F238E27FC236}">
                <a16:creationId xmlns:a16="http://schemas.microsoft.com/office/drawing/2014/main" id="{3C0424FA-1860-43B7-8A94-43021EEC50FC}"/>
              </a:ext>
            </a:extLst>
          </p:cNvPr>
          <p:cNvSpPr>
            <a:spLocks noGrp="1"/>
          </p:cNvSpPr>
          <p:nvPr>
            <p:ph type="dt" sz="half" idx="13"/>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1058155235"/>
      </p:ext>
    </p:extLst>
  </p:cSld>
  <p:clrMapOvr>
    <a:masterClrMapping/>
  </p:clrMapOvr>
  <p:hf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8386394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5C5A3295-3564-4576-96DB-80CBF7A205A7}"/>
              </a:ext>
            </a:extLst>
          </p:cNvPr>
          <p:cNvSpPr>
            <a:spLocks noGrp="1"/>
          </p:cNvSpPr>
          <p:nvPr>
            <p:ph type="dt" sz="half" idx="12"/>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2543739819"/>
      </p:ext>
    </p:extLst>
  </p:cSld>
  <p:clrMapOvr>
    <a:masterClrMapping/>
  </p:clrMapOvr>
  <p:hf hdr="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4215721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4953000" y="396000"/>
            <a:ext cx="4536000"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dirty="0"/>
              <a:t>クライアント社名</a:t>
            </a:r>
          </a:p>
        </p:txBody>
      </p:sp>
      <p:pic>
        <p:nvPicPr>
          <p:cNvPr id="11" name="図 10">
            <a:extLst>
              <a:ext uri="{FF2B5EF4-FFF2-40B4-BE49-F238E27FC236}">
                <a16:creationId xmlns:a16="http://schemas.microsoft.com/office/drawing/2014/main" id="{E823F930-1440-4D98-B4B0-A60A3B34534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17600" y="432000"/>
            <a:ext cx="1872000" cy="581488"/>
          </a:xfrm>
          <a:prstGeom prst="rect">
            <a:avLst/>
          </a:prstGeom>
        </p:spPr>
      </p:pic>
      <p:sp>
        <p:nvSpPr>
          <p:cNvPr id="6" name="日付プレースホルダー 5">
            <a:extLst>
              <a:ext uri="{FF2B5EF4-FFF2-40B4-BE49-F238E27FC236}">
                <a16:creationId xmlns:a16="http://schemas.microsoft.com/office/drawing/2014/main" id="{72F109B1-F10E-4107-A5FF-847826BE510A}"/>
              </a:ext>
            </a:extLst>
          </p:cNvPr>
          <p:cNvSpPr>
            <a:spLocks noGrp="1"/>
          </p:cNvSpPr>
          <p:nvPr>
            <p:ph type="dt" sz="half" idx="13"/>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3291538517"/>
      </p:ext>
    </p:extLst>
  </p:cSld>
  <p:clrMapOvr>
    <a:masterClrMapping/>
  </p:clrMapOvr>
  <p:hf hdr="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74857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A205A9A3-5008-49F4-8A06-BC95DA2477A8}"/>
              </a:ext>
            </a:extLst>
          </p:cNvPr>
          <p:cNvSpPr>
            <a:spLocks noGrp="1"/>
          </p:cNvSpPr>
          <p:nvPr>
            <p:ph type="dt" sz="half" idx="12"/>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793438547"/>
      </p:ext>
    </p:extLst>
  </p:cSld>
  <p:clrMapOvr>
    <a:masterClrMapping/>
  </p:clrMapOvr>
  <p:hf hdr="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599832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17000" y="1476000"/>
            <a:ext cx="4356000" cy="4824000"/>
          </a:xfrm>
          <a:prstGeom prst="rect">
            <a:avLst/>
          </a:prstGeom>
        </p:spPr>
        <p:txBody>
          <a:bodyPr/>
          <a:lstStyle>
            <a:lvl1pPr>
              <a:lnSpc>
                <a:spcPct val="110000"/>
              </a:lnSpc>
              <a:spcBef>
                <a:spcPts val="600"/>
              </a:spcBef>
              <a:tabLst>
                <a:tab pos="5448101" algn="r"/>
              </a:tabLst>
              <a:defRPr sz="1200">
                <a:latin typeface="+mn-lt"/>
                <a:ea typeface="+mn-ea"/>
                <a:cs typeface="+mn-cs"/>
                <a:sym typeface="+mn-lt"/>
              </a:defRPr>
            </a:lvl1pPr>
            <a:lvl2pPr>
              <a:lnSpc>
                <a:spcPct val="110000"/>
              </a:lnSpc>
              <a:spcBef>
                <a:spcPts val="600"/>
              </a:spcBef>
              <a:tabLst>
                <a:tab pos="5448101" algn="r"/>
              </a:tabLst>
              <a:defRPr sz="1200">
                <a:latin typeface="+mn-lt"/>
                <a:ea typeface="+mn-ea"/>
                <a:cs typeface="+mn-cs"/>
                <a:sym typeface="+mn-lt"/>
              </a:defRPr>
            </a:lvl2pPr>
            <a:lvl3pPr>
              <a:lnSpc>
                <a:spcPct val="110000"/>
              </a:lnSpc>
              <a:spcBef>
                <a:spcPts val="600"/>
              </a:spcBef>
              <a:tabLst>
                <a:tab pos="5448101" algn="r"/>
              </a:tabLst>
              <a:defRPr sz="1200">
                <a:latin typeface="+mn-lt"/>
                <a:ea typeface="+mn-ea"/>
                <a:cs typeface="+mn-cs"/>
                <a:sym typeface="+mn-lt"/>
              </a:defRPr>
            </a:lvl3pPr>
            <a:lvl4pPr>
              <a:lnSpc>
                <a:spcPct val="110000"/>
              </a:lnSpc>
              <a:spcBef>
                <a:spcPts val="600"/>
              </a:spcBef>
              <a:tabLst>
                <a:tab pos="5448101" algn="r"/>
              </a:tabLst>
              <a:defRPr sz="1200">
                <a:latin typeface="+mn-lt"/>
                <a:ea typeface="+mn-ea"/>
                <a:cs typeface="+mn-cs"/>
                <a:sym typeface="+mn-lt"/>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5133000" y="1476000"/>
            <a:ext cx="4356000" cy="4824000"/>
          </a:xfrm>
          <a:prstGeom prst="rect">
            <a:avLst/>
          </a:prstGeom>
        </p:spPr>
        <p:txBody>
          <a:bodyPr/>
          <a:lstStyle>
            <a:lvl1pPr>
              <a:lnSpc>
                <a:spcPct val="110000"/>
              </a:lnSpc>
              <a:spcBef>
                <a:spcPts val="600"/>
              </a:spcBef>
              <a:tabLst>
                <a:tab pos="5448101" algn="r"/>
              </a:tabLst>
              <a:defRPr sz="1200">
                <a:latin typeface="+mn-lt"/>
                <a:ea typeface="+mn-ea"/>
                <a:cs typeface="+mn-cs"/>
                <a:sym typeface="+mn-lt"/>
              </a:defRPr>
            </a:lvl1pPr>
            <a:lvl2pPr>
              <a:lnSpc>
                <a:spcPct val="110000"/>
              </a:lnSpc>
              <a:spcBef>
                <a:spcPts val="600"/>
              </a:spcBef>
              <a:tabLst>
                <a:tab pos="5448101" algn="r"/>
              </a:tabLst>
              <a:defRPr sz="1200">
                <a:latin typeface="+mn-lt"/>
                <a:ea typeface="+mn-ea"/>
                <a:cs typeface="+mn-cs"/>
                <a:sym typeface="+mn-lt"/>
              </a:defRPr>
            </a:lvl2pPr>
            <a:lvl3pPr>
              <a:lnSpc>
                <a:spcPct val="110000"/>
              </a:lnSpc>
              <a:spcBef>
                <a:spcPts val="600"/>
              </a:spcBef>
              <a:tabLst>
                <a:tab pos="5448101" algn="r"/>
              </a:tabLst>
              <a:defRPr sz="1200">
                <a:latin typeface="+mn-lt"/>
                <a:ea typeface="+mn-ea"/>
                <a:cs typeface="+mn-cs"/>
                <a:sym typeface="+mn-lt"/>
              </a:defRPr>
            </a:lvl3pPr>
            <a:lvl4pPr>
              <a:lnSpc>
                <a:spcPct val="110000"/>
              </a:lnSpc>
              <a:spcBef>
                <a:spcPts val="600"/>
              </a:spcBef>
              <a:tabLst>
                <a:tab pos="5448101" algn="r"/>
              </a:tabLst>
              <a:defRPr sz="1200">
                <a:latin typeface="+mn-lt"/>
                <a:ea typeface="+mn-ea"/>
                <a:cs typeface="+mn-cs"/>
                <a:sym typeface="+mn-lt"/>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2982903191"/>
      </p:ext>
    </p:extLst>
  </p:cSld>
  <p:clrMapOvr>
    <a:masterClrMapping/>
  </p:clrMapOvr>
  <p:hf hdr="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30404793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endParaRPr lang="en-GB" altLang="en-GB" dirty="0"/>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6" name="テキスト プレースホルダー 5"/>
          <p:cNvSpPr>
            <a:spLocks noGrp="1"/>
          </p:cNvSpPr>
          <p:nvPr>
            <p:ph type="body" sz="quarter" idx="12"/>
          </p:nvPr>
        </p:nvSpPr>
        <p:spPr bwMode="gray">
          <a:xfrm>
            <a:off x="1893000" y="2340000"/>
            <a:ext cx="6120000"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extLst>
      <p:ext uri="{BB962C8B-B14F-4D97-AF65-F5344CB8AC3E}">
        <p14:creationId xmlns:p14="http://schemas.microsoft.com/office/powerpoint/2010/main" val="289402959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136759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29599" y="2232000"/>
            <a:ext cx="5184000"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dirty="0"/>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endParaRPr lang="en-GB" altLang="en-GB" dirty="0"/>
          </a:p>
        </p:txBody>
      </p:sp>
    </p:spTree>
    <p:extLst>
      <p:ext uri="{BB962C8B-B14F-4D97-AF65-F5344CB8AC3E}">
        <p14:creationId xmlns:p14="http://schemas.microsoft.com/office/powerpoint/2010/main" val="163326847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022860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endParaRPr lang="en-GB" altLang="en-GB" dirty="0"/>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9"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1689363007"/>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3969020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endParaRPr lang="en-GB" altLang="en-GB" dirty="0"/>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9" name="テキスト プレースホルダー 2"/>
          <p:cNvSpPr>
            <a:spLocks noGrp="1"/>
          </p:cNvSpPr>
          <p:nvPr>
            <p:ph type="body" sz="quarter" idx="15" hasCustomPrompt="1"/>
          </p:nvPr>
        </p:nvSpPr>
        <p:spPr bwMode="gray">
          <a:xfrm>
            <a:off x="417000" y="180000"/>
            <a:ext cx="9072000"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dirty="0"/>
              <a:t>Header</a:t>
            </a:r>
            <a:r>
              <a:rPr kumimoji="1" lang="ja-JP" altLang="en-US" dirty="0"/>
              <a:t>を入力（スライドタイトル）</a:t>
            </a:r>
          </a:p>
        </p:txBody>
      </p:sp>
      <p:sp>
        <p:nvSpPr>
          <p:cNvPr id="6" name="タイトル 5"/>
          <p:cNvSpPr>
            <a:spLocks noGrp="1"/>
          </p:cNvSpPr>
          <p:nvPr>
            <p:ph type="title" hasCustomPrompt="1"/>
          </p:nvPr>
        </p:nvSpPr>
        <p:spPr bwMode="gray">
          <a:xfrm>
            <a:off x="416496" y="684000"/>
            <a:ext cx="9072000" cy="615600"/>
          </a:xfrm>
        </p:spPr>
        <p:txBody>
          <a:bodyPr vert="horz" anchor="t"/>
          <a:lstStyle>
            <a:lvl1pPr>
              <a:defRPr sz="1800" b="0" baseline="0">
                <a:latin typeface="+mn-lt"/>
                <a:ea typeface="+mn-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79195220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6893921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16496" y="1476000"/>
            <a:ext cx="4356000"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marR="0" indent="-144000" algn="l" defTabSz="989013" rtl="0" eaLnBrk="1" fontAlgn="auto" latinLnBrk="0" hangingPunct="1">
              <a:lnSpc>
                <a:spcPct val="110000"/>
              </a:lnSpc>
              <a:spcBef>
                <a:spcPts val="600"/>
              </a:spcBef>
              <a:spcAft>
                <a:spcPts val="0"/>
              </a:spcAft>
              <a:buClrTx/>
              <a:buSzTx/>
              <a:buFont typeface="Arial" pitchFamily="34" charset="0"/>
              <a:buChar char="•"/>
              <a:tabLst/>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pPr/>
              <a:t>‹#›</a:t>
            </a:fld>
            <a:endParaRPr lang="ja-JP" altLang="en-US" dirty="0"/>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3" name="テキスト プレースホルダー 2"/>
          <p:cNvSpPr>
            <a:spLocks noGrp="1"/>
          </p:cNvSpPr>
          <p:nvPr>
            <p:ph type="body" sz="quarter" idx="12"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2506882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232190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16496" y="1476000"/>
            <a:ext cx="4356000"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marR="0" indent="-144000" algn="l" defTabSz="989013" rtl="0" eaLnBrk="1" fontAlgn="auto" latinLnBrk="0" hangingPunct="1">
              <a:lnSpc>
                <a:spcPct val="110000"/>
              </a:lnSpc>
              <a:spcBef>
                <a:spcPts val="600"/>
              </a:spcBef>
              <a:spcAft>
                <a:spcPts val="0"/>
              </a:spcAft>
              <a:buClrTx/>
              <a:buSzTx/>
              <a:buFont typeface="Arial" pitchFamily="34" charset="0"/>
              <a:buChar char="•"/>
              <a:tabLst/>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5132388" y="1476000"/>
            <a:ext cx="4356000"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indent="-144000">
              <a:lnSpc>
                <a:spcPct val="110000"/>
              </a:lnSpc>
              <a:spcBef>
                <a:spcPts val="600"/>
              </a:spcBef>
              <a:buFont typeface="Arial"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pPr/>
              <a:t>‹#›</a:t>
            </a:fld>
            <a:endParaRPr lang="ja-JP" altLang="en-US" dirty="0"/>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3"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13" name="テキスト プレースホルダー 2"/>
          <p:cNvSpPr>
            <a:spLocks noGrp="1"/>
          </p:cNvSpPr>
          <p:nvPr>
            <p:ph type="body" sz="quarter" idx="16" hasCustomPrompt="1"/>
          </p:nvPr>
        </p:nvSpPr>
        <p:spPr bwMode="gray">
          <a:xfrm>
            <a:off x="5132388"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1784938550"/>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追加（枠付き）1_（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232190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pPr/>
              <a:t>‹#›</a:t>
            </a:fld>
            <a:endParaRPr lang="ja-JP" altLang="en-US" dirty="0"/>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3"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13" name="テキスト プレースホルダー 2"/>
          <p:cNvSpPr>
            <a:spLocks noGrp="1"/>
          </p:cNvSpPr>
          <p:nvPr>
            <p:ph type="body" sz="quarter" idx="16" hasCustomPrompt="1"/>
          </p:nvPr>
        </p:nvSpPr>
        <p:spPr bwMode="gray">
          <a:xfrm>
            <a:off x="5132388"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a:xfrm>
            <a:off x="417000" y="180000"/>
            <a:ext cx="9072000" cy="615600"/>
          </a:xfrm>
        </p:spPr>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
        <p:nvSpPr>
          <p:cNvPr id="14" name="正方形/長方形 13">
            <a:extLst>
              <a:ext uri="{FF2B5EF4-FFF2-40B4-BE49-F238E27FC236}">
                <a16:creationId xmlns:a16="http://schemas.microsoft.com/office/drawing/2014/main" id="{D5D32A9D-A951-4E00-A68E-A20588D6FD47}"/>
              </a:ext>
            </a:extLst>
          </p:cNvPr>
          <p:cNvSpPr/>
          <p:nvPr userDrawn="1"/>
        </p:nvSpPr>
        <p:spPr bwMode="gray">
          <a:xfrm>
            <a:off x="5133000" y="1484313"/>
            <a:ext cx="4356000" cy="4824413"/>
          </a:xfrm>
          <a:prstGeom prst="rect">
            <a:avLst/>
          </a:prstGeom>
          <a:noFill/>
          <a:ln w="12700">
            <a:solidFill>
              <a:srgbClr val="C8CDD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lang="ja-JP" altLang="en-US" dirty="0">
              <a:solidFill>
                <a:schemeClr val="tx1"/>
              </a:solidFill>
              <a:sym typeface="+mn-lt"/>
            </a:endParaRPr>
          </a:p>
        </p:txBody>
      </p:sp>
    </p:spTree>
    <p:extLst>
      <p:ext uri="{BB962C8B-B14F-4D97-AF65-F5344CB8AC3E}">
        <p14:creationId xmlns:p14="http://schemas.microsoft.com/office/powerpoint/2010/main" val="109854890"/>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31378105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16999" y="1476000"/>
            <a:ext cx="9072000" cy="4824000"/>
          </a:xfrm>
          <a:prstGeom prst="rect">
            <a:avLst/>
          </a:prstGeom>
        </p:spPr>
        <p:txBody>
          <a:bodyPr/>
          <a:lstStyle>
            <a:lvl1pPr>
              <a:lnSpc>
                <a:spcPct val="110000"/>
              </a:lnSpc>
              <a:spcBef>
                <a:spcPts val="600"/>
              </a:spcBef>
              <a:buFont typeface="Arial" pitchFamily="34" charset="0"/>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indent="-144000">
              <a:lnSpc>
                <a:spcPct val="110000"/>
              </a:lnSpc>
              <a:spcBef>
                <a:spcPts val="600"/>
              </a:spcBef>
              <a:buFont typeface="Arial"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dirty="0"/>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8"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1383826657"/>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396985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latin typeface="+mn-lt"/>
                <a:cs typeface="+mn-cs"/>
                <a:sym typeface="+mn-lt"/>
              </a:rPr>
              <a:t>Member of</a:t>
            </a:r>
            <a:br>
              <a:rPr kumimoji="1" lang="en-US" altLang="ja-JP" sz="800" dirty="0">
                <a:latin typeface="+mn-lt"/>
                <a:cs typeface="+mn-cs"/>
                <a:sym typeface="+mn-lt"/>
              </a:rPr>
            </a:br>
            <a:r>
              <a:rPr kumimoji="1" lang="en-US" altLang="ja-JP" sz="800" b="1" dirty="0">
                <a:latin typeface="+mn-lt"/>
                <a:cs typeface="+mn-cs"/>
                <a:sym typeface="+mn-lt"/>
              </a:rPr>
              <a:t>Deloitte Touche Tohmatsu Limited</a:t>
            </a:r>
            <a:endParaRPr kumimoji="1" lang="ja-JP" altLang="en-US" sz="800" b="1" dirty="0">
              <a:latin typeface="+mn-lt"/>
              <a:cs typeface="+mn-cs"/>
              <a:sym typeface="+mn-lt"/>
            </a:endParaRPr>
          </a:p>
        </p:txBody>
      </p:sp>
      <p:sp>
        <p:nvSpPr>
          <p:cNvPr id="14" name="テキスト プレースホルダー 13">
            <a:extLst>
              <a:ext uri="{FF2B5EF4-FFF2-40B4-BE49-F238E27FC236}">
                <a16:creationId xmlns:a16="http://schemas.microsoft.com/office/drawing/2014/main" id="{4D4831B1-A04A-42C3-BD52-942B25744B6D}"/>
              </a:ext>
            </a:extLst>
          </p:cNvPr>
          <p:cNvSpPr>
            <a:spLocks noGrp="1"/>
          </p:cNvSpPr>
          <p:nvPr>
            <p:ph type="body" sz="quarter" idx="10"/>
          </p:nvPr>
        </p:nvSpPr>
        <p:spPr bwMode="gray">
          <a:xfrm>
            <a:off x="417600" y="6336000"/>
            <a:ext cx="702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a:extLst>
              <a:ext uri="{FF2B5EF4-FFF2-40B4-BE49-F238E27FC236}">
                <a16:creationId xmlns:a16="http://schemas.microsoft.com/office/drawing/2014/main" id="{7F14F7E8-2C42-4BD2-8B4C-7C658763AB7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17600" y="432000"/>
            <a:ext cx="1872000" cy="587972"/>
          </a:xfrm>
          <a:prstGeom prst="rect">
            <a:avLst/>
          </a:prstGeom>
        </p:spPr>
      </p:pic>
      <p:sp>
        <p:nvSpPr>
          <p:cNvPr id="8" name="Text Box 37">
            <a:extLst>
              <a:ext uri="{FF2B5EF4-FFF2-40B4-BE49-F238E27FC236}">
                <a16:creationId xmlns:a16="http://schemas.microsoft.com/office/drawing/2014/main" id="{D6BA3D81-CAD1-43DC-A531-54F7C4DC8DF8}"/>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tx1"/>
                </a:solidFill>
                <a:latin typeface="+mn-lt"/>
                <a:ea typeface="+mn-ea"/>
                <a:cs typeface="+mn-cs"/>
                <a:sym typeface="+mn-lt"/>
              </a:rPr>
              <a:t>© 2022. For information, contact Deloitte Tohmatsu Group.</a:t>
            </a:r>
          </a:p>
        </p:txBody>
      </p:sp>
      <p:pic>
        <p:nvPicPr>
          <p:cNvPr id="4" name="図 3" descr="ロゴ, 会社名&#10;&#10;自動的に生成された説明">
            <a:extLst>
              <a:ext uri="{FF2B5EF4-FFF2-40B4-BE49-F238E27FC236}">
                <a16:creationId xmlns:a16="http://schemas.microsoft.com/office/drawing/2014/main" id="{784D5B73-DF9C-49AC-94A2-96EF6F33C255}"/>
              </a:ext>
            </a:extLst>
          </p:cNvPr>
          <p:cNvPicPr>
            <a:picLocks noChangeAspect="1"/>
          </p:cNvPicPr>
          <p:nvPr userDrawn="1"/>
        </p:nvPicPr>
        <p:blipFill>
          <a:blip r:embed="rId6"/>
          <a:stretch>
            <a:fillRect/>
          </a:stretch>
        </p:blipFill>
        <p:spPr bwMode="gray">
          <a:xfrm>
            <a:off x="8050925" y="5472502"/>
            <a:ext cx="1440000" cy="873777"/>
          </a:xfrm>
          <a:prstGeom prst="rect">
            <a:avLst/>
          </a:prstGeom>
        </p:spPr>
      </p:pic>
    </p:spTree>
    <p:extLst>
      <p:ext uri="{BB962C8B-B14F-4D97-AF65-F5344CB8AC3E}">
        <p14:creationId xmlns:p14="http://schemas.microsoft.com/office/powerpoint/2010/main" val="118093057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4423403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solidFill>
                  <a:schemeClr val="bg1"/>
                </a:solidFill>
                <a:latin typeface="+mn-lt"/>
                <a:cs typeface="+mn-cs"/>
                <a:sym typeface="+mn-lt"/>
              </a:rPr>
              <a:t>Member of</a:t>
            </a:r>
            <a:br>
              <a:rPr kumimoji="1" lang="en-US" altLang="ja-JP" sz="800" dirty="0">
                <a:solidFill>
                  <a:schemeClr val="bg1"/>
                </a:solidFill>
                <a:latin typeface="+mn-lt"/>
                <a:cs typeface="+mn-cs"/>
                <a:sym typeface="+mn-lt"/>
              </a:rPr>
            </a:br>
            <a:r>
              <a:rPr kumimoji="1" lang="en-US" altLang="ja-JP" sz="800" b="1" dirty="0">
                <a:solidFill>
                  <a:schemeClr val="bg1"/>
                </a:solidFill>
                <a:latin typeface="+mn-lt"/>
                <a:cs typeface="+mn-cs"/>
                <a:sym typeface="+mn-lt"/>
              </a:rPr>
              <a:t>Deloitte Touche Tohmatsu Limited</a:t>
            </a:r>
            <a:endParaRPr kumimoji="1" lang="ja-JP" altLang="en-US" sz="800" b="1" dirty="0">
              <a:solidFill>
                <a:schemeClr val="bg1"/>
              </a:solidFill>
              <a:latin typeface="+mn-lt"/>
              <a:cs typeface="+mn-cs"/>
              <a:sym typeface="+mn-lt"/>
            </a:endParaRPr>
          </a:p>
        </p:txBody>
      </p:sp>
      <p:sp>
        <p:nvSpPr>
          <p:cNvPr id="11" name="テキスト プレースホルダー 13">
            <a:extLst>
              <a:ext uri="{FF2B5EF4-FFF2-40B4-BE49-F238E27FC236}">
                <a16:creationId xmlns:a16="http://schemas.microsoft.com/office/drawing/2014/main" id="{EC10764A-D9E5-4773-9998-E6E340EF200C}"/>
              </a:ext>
            </a:extLst>
          </p:cNvPr>
          <p:cNvSpPr>
            <a:spLocks noGrp="1"/>
          </p:cNvSpPr>
          <p:nvPr>
            <p:ph type="body" sz="quarter" idx="10"/>
          </p:nvPr>
        </p:nvSpPr>
        <p:spPr bwMode="gray">
          <a:xfrm>
            <a:off x="417600" y="6336000"/>
            <a:ext cx="702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a:extLst>
              <a:ext uri="{FF2B5EF4-FFF2-40B4-BE49-F238E27FC236}">
                <a16:creationId xmlns:a16="http://schemas.microsoft.com/office/drawing/2014/main" id="{08C8D089-6B7B-4D22-A423-606FF0A072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17601" y="432000"/>
            <a:ext cx="1870453" cy="586800"/>
          </a:xfrm>
          <a:prstGeom prst="rect">
            <a:avLst/>
          </a:prstGeom>
        </p:spPr>
      </p:pic>
      <p:sp>
        <p:nvSpPr>
          <p:cNvPr id="8" name="Text Box 37">
            <a:extLst>
              <a:ext uri="{FF2B5EF4-FFF2-40B4-BE49-F238E27FC236}">
                <a16:creationId xmlns:a16="http://schemas.microsoft.com/office/drawing/2014/main" id="{8ECAF025-B44C-4744-8C34-DBC751A55D36}"/>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bg1"/>
                </a:solidFill>
                <a:latin typeface="+mn-lt"/>
                <a:ea typeface="+mn-ea"/>
                <a:cs typeface="+mn-cs"/>
                <a:sym typeface="+mn-lt"/>
              </a:rPr>
              <a:t>© 2022. For information, contact Deloitte Tohmatsu Group.</a:t>
            </a:r>
          </a:p>
        </p:txBody>
      </p:sp>
      <p:pic>
        <p:nvPicPr>
          <p:cNvPr id="6" name="図 5" descr="ロゴ, 会社名&#10;&#10;自動的に生成された説明">
            <a:extLst>
              <a:ext uri="{FF2B5EF4-FFF2-40B4-BE49-F238E27FC236}">
                <a16:creationId xmlns:a16="http://schemas.microsoft.com/office/drawing/2014/main" id="{EA662424-EC38-41B4-918D-98953BBCEA84}"/>
              </a:ext>
            </a:extLst>
          </p:cNvPr>
          <p:cNvPicPr>
            <a:picLocks noChangeAspect="1"/>
          </p:cNvPicPr>
          <p:nvPr userDrawn="1"/>
        </p:nvPicPr>
        <p:blipFill>
          <a:blip r:embed="rId6"/>
          <a:stretch>
            <a:fillRect/>
          </a:stretch>
        </p:blipFill>
        <p:spPr bwMode="gray">
          <a:xfrm>
            <a:off x="8050925" y="5472497"/>
            <a:ext cx="1440000" cy="873777"/>
          </a:xfrm>
          <a:prstGeom prst="rect">
            <a:avLst/>
          </a:prstGeom>
        </p:spPr>
      </p:pic>
    </p:spTree>
    <p:extLst>
      <p:ext uri="{BB962C8B-B14F-4D97-AF65-F5344CB8AC3E}">
        <p14:creationId xmlns:p14="http://schemas.microsoft.com/office/powerpoint/2010/main" val="414685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441586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latin typeface="+mn-lt"/>
                <a:cs typeface="+mn-cs"/>
                <a:sym typeface="+mn-lt"/>
              </a:rPr>
              <a:t>Member of</a:t>
            </a:r>
            <a:br>
              <a:rPr kumimoji="1" lang="en-US" altLang="ja-JP" sz="800" dirty="0">
                <a:latin typeface="+mn-lt"/>
                <a:cs typeface="+mn-cs"/>
                <a:sym typeface="+mn-lt"/>
              </a:rPr>
            </a:br>
            <a:r>
              <a:rPr kumimoji="1" lang="en-US" altLang="ja-JP" sz="800" b="1" dirty="0">
                <a:latin typeface="+mn-lt"/>
                <a:cs typeface="+mn-cs"/>
                <a:sym typeface="+mn-lt"/>
              </a:rPr>
              <a:t>Deloitte Touche Tohmatsu Limited</a:t>
            </a:r>
            <a:endParaRPr kumimoji="1" lang="ja-JP" altLang="en-US" sz="800" b="1" dirty="0">
              <a:latin typeface="+mn-lt"/>
              <a:cs typeface="+mn-cs"/>
              <a:sym typeface="+mn-lt"/>
            </a:endParaRPr>
          </a:p>
        </p:txBody>
      </p:sp>
      <p:sp>
        <p:nvSpPr>
          <p:cNvPr id="10" name="テキスト プレースホルダー 13">
            <a:extLst>
              <a:ext uri="{FF2B5EF4-FFF2-40B4-BE49-F238E27FC236}">
                <a16:creationId xmlns:a16="http://schemas.microsoft.com/office/drawing/2014/main" id="{8D7302B4-C3B2-43C1-A9E9-2DFB590FF1E9}"/>
              </a:ext>
            </a:extLst>
          </p:cNvPr>
          <p:cNvSpPr>
            <a:spLocks noGrp="1"/>
          </p:cNvSpPr>
          <p:nvPr>
            <p:ph type="body" sz="quarter" idx="10"/>
          </p:nvPr>
        </p:nvSpPr>
        <p:spPr bwMode="gray">
          <a:xfrm>
            <a:off x="417600" y="6336000"/>
            <a:ext cx="702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a:extLst>
              <a:ext uri="{FF2B5EF4-FFF2-40B4-BE49-F238E27FC236}">
                <a16:creationId xmlns:a16="http://schemas.microsoft.com/office/drawing/2014/main" id="{881D215A-DF31-4FC4-A706-4B6A3613D035}"/>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bwMode="gray">
          <a:xfrm>
            <a:off x="416496" y="431005"/>
            <a:ext cx="3447786" cy="586800"/>
          </a:xfrm>
          <a:prstGeom prst="rect">
            <a:avLst/>
          </a:prstGeom>
          <a:noFill/>
          <a:ln>
            <a:noFill/>
          </a:ln>
        </p:spPr>
      </p:pic>
      <p:sp>
        <p:nvSpPr>
          <p:cNvPr id="8" name="Text Box 37">
            <a:extLst>
              <a:ext uri="{FF2B5EF4-FFF2-40B4-BE49-F238E27FC236}">
                <a16:creationId xmlns:a16="http://schemas.microsoft.com/office/drawing/2014/main" id="{5FB43949-A16F-4CF9-89FA-2868A80FA4F7}"/>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tx1"/>
                </a:solidFill>
                <a:latin typeface="+mn-lt"/>
                <a:ea typeface="+mn-ea"/>
                <a:cs typeface="+mn-cs"/>
                <a:sym typeface="+mn-lt"/>
              </a:rPr>
              <a:t>© 2022. For information, contact Deloitte Tohmatsu Group.</a:t>
            </a:r>
          </a:p>
        </p:txBody>
      </p:sp>
      <p:pic>
        <p:nvPicPr>
          <p:cNvPr id="12" name="図 11" descr="ロゴ, 会社名&#10;&#10;自動的に生成された説明">
            <a:extLst>
              <a:ext uri="{FF2B5EF4-FFF2-40B4-BE49-F238E27FC236}">
                <a16:creationId xmlns:a16="http://schemas.microsoft.com/office/drawing/2014/main" id="{4770B572-0E41-4F38-9C69-20D76FA470AF}"/>
              </a:ext>
            </a:extLst>
          </p:cNvPr>
          <p:cNvPicPr>
            <a:picLocks noChangeAspect="1"/>
          </p:cNvPicPr>
          <p:nvPr userDrawn="1"/>
        </p:nvPicPr>
        <p:blipFill>
          <a:blip r:embed="rId6"/>
          <a:stretch>
            <a:fillRect/>
          </a:stretch>
        </p:blipFill>
        <p:spPr bwMode="gray">
          <a:xfrm>
            <a:off x="8050925" y="5472502"/>
            <a:ext cx="1440000" cy="873777"/>
          </a:xfrm>
          <a:prstGeom prst="rect">
            <a:avLst/>
          </a:prstGeom>
        </p:spPr>
      </p:pic>
    </p:spTree>
    <p:extLst>
      <p:ext uri="{BB962C8B-B14F-4D97-AF65-F5344CB8AC3E}">
        <p14:creationId xmlns:p14="http://schemas.microsoft.com/office/powerpoint/2010/main" val="348466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769900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solidFill>
                  <a:schemeClr val="bg1"/>
                </a:solidFill>
                <a:latin typeface="+mn-lt"/>
                <a:cs typeface="+mn-cs"/>
                <a:sym typeface="+mn-lt"/>
              </a:rPr>
              <a:t>Member of</a:t>
            </a:r>
            <a:br>
              <a:rPr kumimoji="1" lang="en-US" altLang="ja-JP" sz="800" dirty="0">
                <a:solidFill>
                  <a:schemeClr val="bg1"/>
                </a:solidFill>
                <a:latin typeface="+mn-lt"/>
                <a:cs typeface="+mn-cs"/>
                <a:sym typeface="+mn-lt"/>
              </a:rPr>
            </a:br>
            <a:r>
              <a:rPr kumimoji="1" lang="en-US" altLang="ja-JP" sz="800" b="1" dirty="0">
                <a:solidFill>
                  <a:schemeClr val="bg1"/>
                </a:solidFill>
                <a:latin typeface="+mn-lt"/>
                <a:cs typeface="+mn-cs"/>
                <a:sym typeface="+mn-lt"/>
              </a:rPr>
              <a:t>Deloitte Touche Tohmatsu Limited</a:t>
            </a:r>
            <a:endParaRPr kumimoji="1" lang="ja-JP" altLang="en-US" sz="800" b="1" dirty="0">
              <a:solidFill>
                <a:schemeClr val="bg1"/>
              </a:solidFill>
              <a:latin typeface="+mn-lt"/>
              <a:cs typeface="+mn-cs"/>
              <a:sym typeface="+mn-lt"/>
            </a:endParaRPr>
          </a:p>
        </p:txBody>
      </p:sp>
      <p:sp>
        <p:nvSpPr>
          <p:cNvPr id="10" name="テキスト プレースホルダー 13">
            <a:extLst>
              <a:ext uri="{FF2B5EF4-FFF2-40B4-BE49-F238E27FC236}">
                <a16:creationId xmlns:a16="http://schemas.microsoft.com/office/drawing/2014/main" id="{98ED7F2A-D8F8-44B8-9950-656D3B6AC777}"/>
              </a:ext>
            </a:extLst>
          </p:cNvPr>
          <p:cNvSpPr>
            <a:spLocks noGrp="1"/>
          </p:cNvSpPr>
          <p:nvPr>
            <p:ph type="body" sz="quarter" idx="10"/>
          </p:nvPr>
        </p:nvSpPr>
        <p:spPr bwMode="gray">
          <a:xfrm>
            <a:off x="417600" y="6336000"/>
            <a:ext cx="702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a:extLst>
              <a:ext uri="{FF2B5EF4-FFF2-40B4-BE49-F238E27FC236}">
                <a16:creationId xmlns:a16="http://schemas.microsoft.com/office/drawing/2014/main" id="{66211CF3-AF55-4BB2-ABA6-DFDFA3C5155C}"/>
              </a:ext>
            </a:extLst>
          </p:cNvPr>
          <p:cNvPicPr>
            <a:picLocks noChangeAspect="1"/>
          </p:cNvPicPr>
          <p:nvPr userDrawn="1"/>
        </p:nvPicPr>
        <p:blipFill rotWithShape="1">
          <a:blip r:embed="rId5">
            <a:extLst>
              <a:ext uri="{28A0092B-C50C-407E-A947-70E740481C1C}">
                <a14:useLocalDpi xmlns:a14="http://schemas.microsoft.com/office/drawing/2010/main" val="0"/>
              </a:ext>
            </a:extLst>
          </a:blip>
          <a:stretch/>
        </p:blipFill>
        <p:spPr bwMode="gray">
          <a:xfrm>
            <a:off x="417600" y="432000"/>
            <a:ext cx="3449948" cy="586076"/>
          </a:xfrm>
          <a:prstGeom prst="rect">
            <a:avLst/>
          </a:prstGeom>
        </p:spPr>
      </p:pic>
      <p:sp>
        <p:nvSpPr>
          <p:cNvPr id="9" name="Text Box 37">
            <a:extLst>
              <a:ext uri="{FF2B5EF4-FFF2-40B4-BE49-F238E27FC236}">
                <a16:creationId xmlns:a16="http://schemas.microsoft.com/office/drawing/2014/main" id="{97296455-89ED-4F08-B776-BE18D4C8DF8F}"/>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bg1"/>
                </a:solidFill>
                <a:latin typeface="+mn-lt"/>
                <a:ea typeface="+mn-ea"/>
                <a:cs typeface="+mn-cs"/>
                <a:sym typeface="+mn-lt"/>
              </a:rPr>
              <a:t>© 2022. For information, contact Deloitte Tohmatsu Group.</a:t>
            </a:r>
          </a:p>
        </p:txBody>
      </p:sp>
      <p:pic>
        <p:nvPicPr>
          <p:cNvPr id="12" name="図 11" descr="ロゴ, 会社名&#10;&#10;自動的に生成された説明">
            <a:extLst>
              <a:ext uri="{FF2B5EF4-FFF2-40B4-BE49-F238E27FC236}">
                <a16:creationId xmlns:a16="http://schemas.microsoft.com/office/drawing/2014/main" id="{D2BBA463-2249-4A4A-80B9-2AD354819623}"/>
              </a:ext>
            </a:extLst>
          </p:cNvPr>
          <p:cNvPicPr>
            <a:picLocks noChangeAspect="1"/>
          </p:cNvPicPr>
          <p:nvPr userDrawn="1"/>
        </p:nvPicPr>
        <p:blipFill>
          <a:blip r:embed="rId6"/>
          <a:stretch>
            <a:fillRect/>
          </a:stretch>
        </p:blipFill>
        <p:spPr bwMode="gray">
          <a:xfrm>
            <a:off x="8050925" y="5472497"/>
            <a:ext cx="1440000" cy="873777"/>
          </a:xfrm>
          <a:prstGeom prst="rect">
            <a:avLst/>
          </a:prstGeom>
        </p:spPr>
      </p:pic>
    </p:spTree>
    <p:extLst>
      <p:ext uri="{BB962C8B-B14F-4D97-AF65-F5344CB8AC3E}">
        <p14:creationId xmlns:p14="http://schemas.microsoft.com/office/powerpoint/2010/main" val="3087478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補足版） タイトルのみ_A4">
    <p:spTree>
      <p:nvGrpSpPr>
        <p:cNvPr id="1" name=""/>
        <p:cNvGrpSpPr/>
        <p:nvPr/>
      </p:nvGrpSpPr>
      <p:grpSpPr>
        <a:xfrm>
          <a:off x="0" y="0"/>
          <a:ext cx="0" cy="0"/>
          <a:chOff x="0" y="0"/>
          <a:chExt cx="0" cy="0"/>
        </a:xfrm>
      </p:grpSpPr>
      <p:graphicFrame>
        <p:nvGraphicFramePr>
          <p:cNvPr id="6" name="オブジェクト 5" hidden="1"/>
          <p:cNvGraphicFramePr>
            <a:graphicFrameLocks noChangeAspect="1"/>
          </p:cNvGraphicFramePr>
          <p:nvPr userDrawn="1">
            <p:custDataLst>
              <p:tags r:id="rId1"/>
            </p:custDataLst>
            <p:extLst>
              <p:ext uri="{D42A27DB-BD31-4B8C-83A1-F6EECF244321}">
                <p14:modId xmlns:p14="http://schemas.microsoft.com/office/powerpoint/2010/main" val="14400401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056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4" name="スライド番号プレースホルダ 3"/>
          <p:cNvSpPr>
            <a:spLocks noGrp="1"/>
          </p:cNvSpPr>
          <p:nvPr>
            <p:ph type="sldNum" sz="quarter" idx="11"/>
          </p:nvPr>
        </p:nvSpPr>
        <p:spPr bwMode="gray"/>
        <p:txBody>
          <a:bodyPr/>
          <a:lstStyle>
            <a:lvl1pPr>
              <a:defRPr baseline="0">
                <a:solidFill>
                  <a:schemeClr val="tx1"/>
                </a:solidFill>
                <a:latin typeface="+mn-lt"/>
                <a:ea typeface="+mn-ea"/>
                <a:cs typeface="+mn-cs"/>
                <a:sym typeface="+mn-lt"/>
              </a:defRPr>
            </a:lvl1pPr>
          </a:lstStyle>
          <a:p>
            <a:fld id="{56E56C22-CD92-4A50-AAD1-E2171E0619BD}" type="slidenum">
              <a:rPr lang="ja-JP" altLang="en-US" smtClean="0"/>
              <a:pPr/>
              <a:t>‹#›</a:t>
            </a:fld>
            <a:endParaRPr lang="ja-JP" altLang="en-US" dirty="0"/>
          </a:p>
        </p:txBody>
      </p:sp>
      <p:sp>
        <p:nvSpPr>
          <p:cNvPr id="5" name="テキスト プレースホルダ 5"/>
          <p:cNvSpPr>
            <a:spLocks noGrp="1"/>
          </p:cNvSpPr>
          <p:nvPr>
            <p:ph type="body" sz="quarter" idx="14" hasCustomPrompt="1"/>
          </p:nvPr>
        </p:nvSpPr>
        <p:spPr bwMode="gray">
          <a:xfrm>
            <a:off x="417000" y="1009580"/>
            <a:ext cx="9072000" cy="468000"/>
          </a:xfrm>
          <a:prstGeom prst="rect">
            <a:avLst/>
          </a:prstGeom>
        </p:spPr>
        <p:txBody>
          <a:bodyPr lIns="0" tIns="0" rIns="0" bIns="0">
            <a:noAutofit/>
          </a:bodyPr>
          <a:lstStyle>
            <a:lvl1pPr marL="0" indent="0">
              <a:spcBef>
                <a:spcPts val="0"/>
              </a:spcBef>
              <a:defRPr sz="1400" baseline="0">
                <a:solidFill>
                  <a:schemeClr val="tx1"/>
                </a:solidFill>
                <a:latin typeface="+mn-lt"/>
                <a:ea typeface="+mn-ea"/>
                <a:cs typeface="+mn-cs"/>
                <a:sym typeface="+mn-lt"/>
              </a:defRPr>
            </a:lvl1pPr>
          </a:lstStyle>
          <a:p>
            <a:pPr lvl="0"/>
            <a:r>
              <a:rPr kumimoji="1" lang="ja-JP" altLang="en-US" dirty="0"/>
              <a:t>補足文を入力（キーメッセージを補足する内容＜</a:t>
            </a:r>
            <a:r>
              <a:rPr kumimoji="1" lang="en-US" altLang="ja-JP" dirty="0"/>
              <a:t>2</a:t>
            </a:r>
            <a:r>
              <a:rPr kumimoji="1" lang="ja-JP" altLang="en-US" dirty="0"/>
              <a:t>行以内＞）</a:t>
            </a:r>
          </a:p>
        </p:txBody>
      </p:sp>
      <p:sp>
        <p:nvSpPr>
          <p:cNvPr id="8" name="テキスト プレースホルダー 7"/>
          <p:cNvSpPr>
            <a:spLocks noGrp="1"/>
          </p:cNvSpPr>
          <p:nvPr>
            <p:ph type="body" sz="quarter" idx="15" hasCustomPrompt="1"/>
          </p:nvPr>
        </p:nvSpPr>
        <p:spPr bwMode="gray">
          <a:xfrm>
            <a:off x="4170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7965211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補足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19125528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E01102E1-88D9-4790-8615-AC810340BF51}" type="slidenum">
              <a:rPr lang="ja-JP" altLang="en-US" smtClean="0"/>
              <a:pPr/>
              <a:t>‹#›</a:t>
            </a:fld>
            <a:endParaRPr lang="ja-JP" altLang="en-US" dirty="0"/>
          </a:p>
        </p:txBody>
      </p:sp>
      <p:sp>
        <p:nvSpPr>
          <p:cNvPr id="8" name="フッター プレースホルダ 7"/>
          <p:cNvSpPr>
            <a:spLocks noGrp="1"/>
          </p:cNvSpPr>
          <p:nvPr>
            <p:ph type="ftr" sz="quarter" idx="11"/>
          </p:nvPr>
        </p:nvSpPr>
        <p:spPr bwMode="gray">
          <a:xfrm>
            <a:off x="7056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10" name="テキスト プレースホルダ 5"/>
          <p:cNvSpPr>
            <a:spLocks noGrp="1"/>
          </p:cNvSpPr>
          <p:nvPr>
            <p:ph type="body" sz="quarter" idx="14" hasCustomPrompt="1"/>
          </p:nvPr>
        </p:nvSpPr>
        <p:spPr bwMode="gray">
          <a:xfrm>
            <a:off x="417600" y="1009580"/>
            <a:ext cx="9072000" cy="468000"/>
          </a:xfrm>
          <a:prstGeom prst="rect">
            <a:avLst/>
          </a:prstGeom>
        </p:spPr>
        <p:txBody>
          <a:bodyPr vert="horz" lIns="0" tIns="0" rIns="0" bIns="0" rtlCol="0">
            <a:noAutofit/>
          </a:bodyPr>
          <a:lstStyle>
            <a:lvl1pPr>
              <a:defRPr lang="ja-JP" altLang="en-US" sz="1400" baseline="0" dirty="0">
                <a:latin typeface="+mn-lt"/>
                <a:ea typeface="+mn-ea"/>
                <a:cs typeface="+mn-cs"/>
                <a:sym typeface="+mn-lt"/>
              </a:defRPr>
            </a:lvl1pPr>
          </a:lstStyle>
          <a:p>
            <a:pPr lvl="0">
              <a:spcBef>
                <a:spcPts val="0"/>
              </a:spcBef>
            </a:pPr>
            <a:r>
              <a:rPr kumimoji="1" lang="ja-JP" altLang="en-US" dirty="0"/>
              <a:t>補足文を入力（キーメッセージを補足する内容＜</a:t>
            </a:r>
            <a:r>
              <a:rPr kumimoji="1" lang="en-US" altLang="ja-JP" dirty="0"/>
              <a:t>2</a:t>
            </a:r>
            <a:r>
              <a:rPr kumimoji="1" lang="ja-JP" altLang="en-US" dirty="0"/>
              <a:t>行以内＞）</a:t>
            </a:r>
            <a:endParaRPr kumimoji="1" lang="en-US" altLang="ja-JP" dirty="0"/>
          </a:p>
          <a:p>
            <a:pPr lvl="0">
              <a:spcBef>
                <a:spcPts val="0"/>
              </a:spcBef>
            </a:pPr>
            <a:endParaRPr kumimoji="1" lang="ja-JP" altLang="en-US" dirty="0"/>
          </a:p>
        </p:txBody>
      </p:sp>
      <p:sp>
        <p:nvSpPr>
          <p:cNvPr id="11" name="コンテンツ プレースホルダ 2"/>
          <p:cNvSpPr>
            <a:spLocks noGrp="1"/>
          </p:cNvSpPr>
          <p:nvPr>
            <p:ph idx="1"/>
          </p:nvPr>
        </p:nvSpPr>
        <p:spPr bwMode="gray">
          <a:xfrm>
            <a:off x="417600" y="1944000"/>
            <a:ext cx="4356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stStyle>
          <a:p>
            <a:pPr lvl="0"/>
            <a:r>
              <a:rPr lang="ja-JP" altLang="en-US" dirty="0"/>
              <a:t>マスター テキストの書式設定</a:t>
            </a:r>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p>
        </p:txBody>
      </p:sp>
      <p:sp>
        <p:nvSpPr>
          <p:cNvPr id="3" name="テキスト プレースホルダー 2"/>
          <p:cNvSpPr>
            <a:spLocks noGrp="1"/>
          </p:cNvSpPr>
          <p:nvPr>
            <p:ph type="body" sz="quarter" idx="15" hasCustomPrompt="1"/>
          </p:nvPr>
        </p:nvSpPr>
        <p:spPr bwMode="gray">
          <a:xfrm>
            <a:off x="4176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3227458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補足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841428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2917B94E-3120-478C-8085-A9F2B368A1AE}" type="slidenum">
              <a:rPr lang="ja-JP" altLang="en-US" smtClean="0"/>
              <a:pPr/>
              <a:t>‹#›</a:t>
            </a:fld>
            <a:endParaRPr lang="ja-JP" altLang="en-US" dirty="0"/>
          </a:p>
        </p:txBody>
      </p:sp>
      <p:sp>
        <p:nvSpPr>
          <p:cNvPr id="11" name="フッター プレースホルダ 10"/>
          <p:cNvSpPr>
            <a:spLocks noGrp="1"/>
          </p:cNvSpPr>
          <p:nvPr>
            <p:ph type="ftr" sz="quarter" idx="14"/>
          </p:nvPr>
        </p:nvSpPr>
        <p:spPr bwMode="gray">
          <a:xfrm>
            <a:off x="7050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12" name="テキスト プレースホルダ 5"/>
          <p:cNvSpPr>
            <a:spLocks noGrp="1"/>
          </p:cNvSpPr>
          <p:nvPr>
            <p:ph type="body" sz="quarter" idx="15" hasCustomPrompt="1"/>
          </p:nvPr>
        </p:nvSpPr>
        <p:spPr bwMode="gray">
          <a:xfrm>
            <a:off x="417000" y="1009580"/>
            <a:ext cx="9072000" cy="468000"/>
          </a:xfrm>
          <a:prstGeom prst="rect">
            <a:avLst/>
          </a:prstGeom>
        </p:spPr>
        <p:txBody>
          <a:bodyPr vert="horz" lIns="0" tIns="0" rIns="0" bIns="0" rtlCol="0">
            <a:noAutofit/>
          </a:bodyPr>
          <a:lstStyle>
            <a:lvl1pPr>
              <a:defRPr lang="ja-JP" altLang="en-US" sz="1400" baseline="0" dirty="0">
                <a:latin typeface="+mn-lt"/>
                <a:ea typeface="+mn-ea"/>
                <a:cs typeface="+mn-cs"/>
                <a:sym typeface="+mn-lt"/>
              </a:defRPr>
            </a:lvl1pPr>
          </a:lstStyle>
          <a:p>
            <a:pPr lvl="0">
              <a:spcBef>
                <a:spcPts val="0"/>
              </a:spcBef>
            </a:pPr>
            <a:r>
              <a:rPr kumimoji="1" lang="ja-JP" altLang="en-US" dirty="0"/>
              <a:t>補足文を入力（キーメッセージを補足する内容＜</a:t>
            </a:r>
            <a:r>
              <a:rPr kumimoji="1" lang="en-US" altLang="ja-JP" dirty="0"/>
              <a:t>2</a:t>
            </a:r>
            <a:r>
              <a:rPr kumimoji="1" lang="ja-JP" altLang="en-US" dirty="0"/>
              <a:t>行以内＞）</a:t>
            </a:r>
            <a:endParaRPr kumimoji="1" lang="en-US" altLang="ja-JP" dirty="0"/>
          </a:p>
          <a:p>
            <a:pPr lvl="0">
              <a:spcBef>
                <a:spcPts val="0"/>
              </a:spcBef>
            </a:pPr>
            <a:endParaRPr kumimoji="1" lang="ja-JP" altLang="en-US" dirty="0"/>
          </a:p>
        </p:txBody>
      </p:sp>
      <p:sp>
        <p:nvSpPr>
          <p:cNvPr id="13" name="コンテンツ プレースホルダ 2"/>
          <p:cNvSpPr>
            <a:spLocks noGrp="1"/>
          </p:cNvSpPr>
          <p:nvPr>
            <p:ph idx="1"/>
          </p:nvPr>
        </p:nvSpPr>
        <p:spPr bwMode="gray">
          <a:xfrm>
            <a:off x="417000" y="1944000"/>
            <a:ext cx="4356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stStyle>
          <a:p>
            <a:pPr lvl="0"/>
            <a:r>
              <a:rPr lang="ja-JP" altLang="en-US" dirty="0"/>
              <a:t>マスター テキストの書式設定</a:t>
            </a:r>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p>
        </p:txBody>
      </p:sp>
      <p:sp>
        <p:nvSpPr>
          <p:cNvPr id="14" name="コンテンツ プレースホルダ 2"/>
          <p:cNvSpPr>
            <a:spLocks noGrp="1"/>
          </p:cNvSpPr>
          <p:nvPr>
            <p:ph idx="17"/>
          </p:nvPr>
        </p:nvSpPr>
        <p:spPr bwMode="gray">
          <a:xfrm>
            <a:off x="5132388" y="1944000"/>
            <a:ext cx="4356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stStyle>
          <a:p>
            <a:pPr lvl="0"/>
            <a:r>
              <a:rPr lang="ja-JP" altLang="en-US" dirty="0"/>
              <a:t>マスター テキストの書式設定</a:t>
            </a:r>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p>
        </p:txBody>
      </p:sp>
      <p:sp>
        <p:nvSpPr>
          <p:cNvPr id="3" name="テキスト プレースホルダー 2"/>
          <p:cNvSpPr>
            <a:spLocks noGrp="1"/>
          </p:cNvSpPr>
          <p:nvPr>
            <p:ph type="body" sz="quarter" idx="18" hasCustomPrompt="1"/>
          </p:nvPr>
        </p:nvSpPr>
        <p:spPr bwMode="gray">
          <a:xfrm>
            <a:off x="4170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18" name="テキスト プレースホルダー 2"/>
          <p:cNvSpPr>
            <a:spLocks noGrp="1"/>
          </p:cNvSpPr>
          <p:nvPr>
            <p:ph type="body" sz="quarter" idx="19" hasCustomPrompt="1"/>
          </p:nvPr>
        </p:nvSpPr>
        <p:spPr bwMode="gray">
          <a:xfrm>
            <a:off x="5132388"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9987518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補足版） コンテンツ全面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759632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4D9FACC8-259C-46ED-9283-8CCF027B3826}" type="slidenum">
              <a:rPr lang="ja-JP" altLang="en-US" smtClean="0"/>
              <a:pPr/>
              <a:t>‹#›</a:t>
            </a:fld>
            <a:endParaRPr lang="ja-JP" altLang="en-US" dirty="0"/>
          </a:p>
        </p:txBody>
      </p:sp>
      <p:sp>
        <p:nvSpPr>
          <p:cNvPr id="10" name="フッター プレースホルダ 9"/>
          <p:cNvSpPr>
            <a:spLocks noGrp="1"/>
          </p:cNvSpPr>
          <p:nvPr>
            <p:ph type="ftr" sz="quarter" idx="11"/>
          </p:nvPr>
        </p:nvSpPr>
        <p:spPr bwMode="gray">
          <a:xfrm>
            <a:off x="7056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8" name="テキスト プレースホルダ 5"/>
          <p:cNvSpPr>
            <a:spLocks noGrp="1"/>
          </p:cNvSpPr>
          <p:nvPr>
            <p:ph type="body" sz="quarter" idx="14" hasCustomPrompt="1"/>
          </p:nvPr>
        </p:nvSpPr>
        <p:spPr bwMode="gray">
          <a:xfrm>
            <a:off x="417000" y="1009580"/>
            <a:ext cx="9072000" cy="468000"/>
          </a:xfrm>
          <a:prstGeom prst="rect">
            <a:avLst/>
          </a:prstGeom>
        </p:spPr>
        <p:txBody>
          <a:bodyPr vert="horz" lIns="0" tIns="0" rIns="0" bIns="0" rtlCol="0">
            <a:noAutofit/>
          </a:bodyPr>
          <a:lstStyle>
            <a:lvl1pPr>
              <a:defRPr lang="ja-JP" altLang="en-US" sz="1400" baseline="0" dirty="0">
                <a:latin typeface="+mn-lt"/>
                <a:ea typeface="+mn-ea"/>
                <a:cs typeface="+mn-cs"/>
                <a:sym typeface="+mn-lt"/>
              </a:defRPr>
            </a:lvl1pPr>
          </a:lstStyle>
          <a:p>
            <a:pPr lvl="0">
              <a:spcBef>
                <a:spcPts val="0"/>
              </a:spcBef>
            </a:pPr>
            <a:r>
              <a:rPr kumimoji="1" lang="ja-JP" altLang="en-US" dirty="0"/>
              <a:t>補足文を入力（キーメッセージを補足する内容＜</a:t>
            </a:r>
            <a:r>
              <a:rPr kumimoji="1" lang="en-US" altLang="ja-JP" dirty="0"/>
              <a:t>2</a:t>
            </a:r>
            <a:r>
              <a:rPr kumimoji="1" lang="ja-JP" altLang="en-US" dirty="0"/>
              <a:t>行以内＞）</a:t>
            </a:r>
            <a:endParaRPr kumimoji="1" lang="en-US" altLang="ja-JP" dirty="0"/>
          </a:p>
          <a:p>
            <a:pPr lvl="0">
              <a:spcBef>
                <a:spcPts val="0"/>
              </a:spcBef>
            </a:pPr>
            <a:endParaRPr kumimoji="1" lang="ja-JP" altLang="en-US" dirty="0"/>
          </a:p>
        </p:txBody>
      </p:sp>
      <p:sp>
        <p:nvSpPr>
          <p:cNvPr id="11" name="コンテンツ プレースホルダ 2"/>
          <p:cNvSpPr>
            <a:spLocks noGrp="1"/>
          </p:cNvSpPr>
          <p:nvPr>
            <p:ph idx="1"/>
          </p:nvPr>
        </p:nvSpPr>
        <p:spPr bwMode="gray">
          <a:xfrm>
            <a:off x="417599" y="1944000"/>
            <a:ext cx="9072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vl5pPr marL="504000" indent="0">
              <a:buNone/>
              <a:defRPr/>
            </a:lvl5pPr>
          </a:lstStyle>
          <a:p>
            <a:pPr lvl="0"/>
            <a:r>
              <a:rPr lang="ja-JP" altLang="en-US" dirty="0"/>
              <a:t>マスター テキストの書式設定</a:t>
            </a:r>
            <a:endParaRPr lang="en-US" altLang="ja-JP" dirty="0"/>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endParaRPr lang="en-US" altLang="ja-JP" dirty="0"/>
          </a:p>
        </p:txBody>
      </p:sp>
      <p:sp>
        <p:nvSpPr>
          <p:cNvPr id="3" name="テキスト プレースホルダー 2"/>
          <p:cNvSpPr>
            <a:spLocks noGrp="1"/>
          </p:cNvSpPr>
          <p:nvPr>
            <p:ph type="body" sz="quarter" idx="15" hasCustomPrompt="1"/>
          </p:nvPr>
        </p:nvSpPr>
        <p:spPr bwMode="gray">
          <a:xfrm>
            <a:off x="4176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3224858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20.xml"/><Relationship Id="rId7" Type="http://schemas.openxmlformats.org/officeDocument/2006/relationships/oleObject" Target="../embeddings/oleObject18.bin"/><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ags" Target="../tags/tag20.xml"/><Relationship Id="rId5" Type="http://schemas.openxmlformats.org/officeDocument/2006/relationships/theme" Target="../theme/theme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9"/>
            </p:custDataLst>
            <p:extLst>
              <p:ext uri="{D42A27DB-BD31-4B8C-83A1-F6EECF244321}">
                <p14:modId xmlns:p14="http://schemas.microsoft.com/office/powerpoint/2010/main" val="1435923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20" imgW="563" imgH="564" progId="TCLayout.ActiveDocument.1">
                  <p:embed/>
                </p:oleObj>
              </mc:Choice>
              <mc:Fallback>
                <p:oleObj name="think-cell スライド" r:id="rId20" imgW="563" imgH="564" progId="TCLayout.ActiveDocument.1">
                  <p:embed/>
                  <p:pic>
                    <p:nvPicPr>
                      <p:cNvPr id="0" name=""/>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17000" y="180000"/>
            <a:ext cx="9072000" cy="615600"/>
          </a:xfrm>
          <a:prstGeom prst="rect">
            <a:avLst/>
          </a:prstGeom>
        </p:spPr>
        <p:txBody>
          <a:bodyPr vert="horz" lIns="0" tIns="0" rIns="0" bIns="0" rtlCol="0" anchor="b" anchorCtr="0">
            <a:noAutofit/>
          </a:bodyPr>
          <a:lstStyle/>
          <a:p>
            <a:r>
              <a:rPr lang="ja-JP" altLang="en-US" noProof="0" dirty="0"/>
              <a:t>キーメッセージを入力（本スライドで一番伝えたいこと＜名詞止め・体言止め不可＞）</a:t>
            </a:r>
            <a:endParaRPr lang="en-US" noProof="0" dirty="0"/>
          </a:p>
        </p:txBody>
      </p:sp>
      <p:sp>
        <p:nvSpPr>
          <p:cNvPr id="8" name="フッター プレースホルダ 8"/>
          <p:cNvSpPr>
            <a:spLocks noGrp="1"/>
          </p:cNvSpPr>
          <p:nvPr>
            <p:ph type="ftr" sz="quarter" idx="3"/>
          </p:nvPr>
        </p:nvSpPr>
        <p:spPr bwMode="gray">
          <a:xfrm>
            <a:off x="705600" y="6588000"/>
            <a:ext cx="4068000"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endParaRPr kumimoji="1" lang="en-GB" altLang="en-GB" dirty="0"/>
          </a:p>
        </p:txBody>
      </p:sp>
      <p:sp>
        <p:nvSpPr>
          <p:cNvPr id="9" name="スライド番号プレースホルダ 9"/>
          <p:cNvSpPr>
            <a:spLocks noGrp="1"/>
          </p:cNvSpPr>
          <p:nvPr>
            <p:ph type="sldNum" sz="quarter" idx="4"/>
          </p:nvPr>
        </p:nvSpPr>
        <p:spPr bwMode="gray">
          <a:xfrm>
            <a:off x="4176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dirty="0"/>
          </a:p>
        </p:txBody>
      </p:sp>
      <p:sp>
        <p:nvSpPr>
          <p:cNvPr id="15" name="Text Box 37"/>
          <p:cNvSpPr txBox="1">
            <a:spLocks noChangeArrowheads="1"/>
          </p:cNvSpPr>
          <p:nvPr/>
        </p:nvSpPr>
        <p:spPr bwMode="gray">
          <a:xfrm>
            <a:off x="5133000" y="6588000"/>
            <a:ext cx="435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dirty="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416999" y="1476000"/>
            <a:ext cx="9073075" cy="4824000"/>
          </a:xfrm>
          <a:prstGeom prst="rect">
            <a:avLst/>
          </a:prstGeom>
        </p:spPr>
        <p:txBody>
          <a:bodyPr vert="horz" lIns="0" tIns="0" rIns="0" bIns="0" rtlCol="0">
            <a:noAutofit/>
          </a:bodyPr>
          <a:lstStyle/>
          <a:p>
            <a:pPr lvl="0"/>
            <a:r>
              <a:rPr kumimoji="1" lang="ja-JP" altLang="en-US" dirty="0"/>
              <a:t>マスター テキストの書式設定</a:t>
            </a:r>
            <a:endParaRPr kumimoji="1" lang="en-US" altLang="ja-JP" dirty="0"/>
          </a:p>
          <a:p>
            <a:pPr lvl="1"/>
            <a:r>
              <a:rPr kumimoji="1" lang="ja-JP" altLang="en-US" dirty="0"/>
              <a:t>第 </a:t>
            </a:r>
            <a:r>
              <a:rPr kumimoji="1" lang="en-US" altLang="ja-JP" dirty="0"/>
              <a:t>1 </a:t>
            </a:r>
            <a:r>
              <a:rPr kumimoji="1" lang="ja-JP" altLang="en-US" dirty="0"/>
              <a:t>レベル</a:t>
            </a:r>
            <a:endParaRPr kumimoji="1" lang="en-US" altLang="ja-JP" dirty="0"/>
          </a:p>
          <a:p>
            <a:pPr lvl="2"/>
            <a:r>
              <a:rPr kumimoji="1" lang="ja-JP" altLang="en-US" dirty="0"/>
              <a:t>第 </a:t>
            </a:r>
            <a:r>
              <a:rPr kumimoji="1" lang="en-US" altLang="ja-JP" dirty="0"/>
              <a:t>2 </a:t>
            </a:r>
            <a:r>
              <a:rPr kumimoji="1" lang="ja-JP" altLang="en-US" dirty="0"/>
              <a:t>レベル</a:t>
            </a:r>
            <a:endParaRPr kumimoji="1" lang="en-US" altLang="ja-JP" dirty="0"/>
          </a:p>
          <a:p>
            <a:pPr lvl="3"/>
            <a:r>
              <a:rPr kumimoji="1" lang="ja-JP" altLang="en-US" dirty="0"/>
              <a:t>第 </a:t>
            </a:r>
            <a:r>
              <a:rPr kumimoji="1" lang="en-US" altLang="ja-JP" dirty="0"/>
              <a:t>3 </a:t>
            </a:r>
            <a:r>
              <a:rPr kumimoji="1" lang="ja-JP" altLang="en-US" dirty="0"/>
              <a:t>レベル</a:t>
            </a:r>
            <a:endParaRPr kumimoji="1" lang="en-US" altLang="ja-JP" dirty="0"/>
          </a:p>
        </p:txBody>
      </p:sp>
      <p:sp>
        <p:nvSpPr>
          <p:cNvPr id="5" name="日付プレースホルダー 4">
            <a:extLst>
              <a:ext uri="{FF2B5EF4-FFF2-40B4-BE49-F238E27FC236}">
                <a16:creationId xmlns:a16="http://schemas.microsoft.com/office/drawing/2014/main" id="{E4C0FFE5-9BDB-4F97-92E4-5E9243BDA74A}"/>
              </a:ext>
            </a:extLst>
          </p:cNvPr>
          <p:cNvSpPr>
            <a:spLocks noGrp="1"/>
          </p:cNvSpPr>
          <p:nvPr>
            <p:ph type="dt" sz="half" idx="2"/>
          </p:nvPr>
        </p:nvSpPr>
        <p:spPr bwMode="gray">
          <a:xfrm>
            <a:off x="4508167" y="6444000"/>
            <a:ext cx="889667" cy="169277"/>
          </a:xfrm>
          <a:prstGeom prst="rect">
            <a:avLst/>
          </a:prstGeom>
        </p:spPr>
        <p:txBody>
          <a:bodyPr vert="horz" wrap="none" lIns="0" tIns="0" rIns="0" bIns="0" rtlCol="0" anchor="t" anchorCtr="0">
            <a:spAutoFit/>
          </a:bodyPr>
          <a:lstStyle>
            <a:lvl1pPr>
              <a:defRPr kumimoji="1" lang="en-US" altLang="ja-JP" sz="1100" smtClean="0">
                <a:solidFill>
                  <a:srgbClr val="7A8290"/>
                </a:solidFill>
                <a:latin typeface="+mn-lt"/>
                <a:cs typeface="+mn-cs"/>
              </a:defRPr>
            </a:lvl1pPr>
          </a:lstStyle>
          <a:p>
            <a:pPr algn="ctr"/>
            <a:r>
              <a:rPr lang="en-US"/>
              <a:t>&lt; Confidential &gt;</a:t>
            </a:r>
            <a:endParaRPr lang="en-US" dirty="0"/>
          </a:p>
        </p:txBody>
      </p:sp>
    </p:spTree>
    <p:extLst>
      <p:ext uri="{BB962C8B-B14F-4D97-AF65-F5344CB8AC3E}">
        <p14:creationId xmlns:p14="http://schemas.microsoft.com/office/powerpoint/2010/main" val="1977651121"/>
      </p:ext>
    </p:extLst>
  </p:cSld>
  <p:clrMap bg1="lt1" tx1="dk1" bg2="lt2" tx2="dk2" accent1="accent1" accent2="accent2" accent3="accent3" accent4="accent4" accent5="accent5" accent6="accent6" hlink="hlink" folHlink="folHlink"/>
  <p:sldLayoutIdLst>
    <p:sldLayoutId id="2147483935" r:id="rId1"/>
    <p:sldLayoutId id="2147483944" r:id="rId2"/>
    <p:sldLayoutId id="2147483951" r:id="rId3"/>
    <p:sldLayoutId id="2147483952" r:id="rId4"/>
    <p:sldLayoutId id="2147483911" r:id="rId5"/>
    <p:sldLayoutId id="2147483912" r:id="rId6"/>
    <p:sldLayoutId id="2147483934" r:id="rId7"/>
    <p:sldLayoutId id="2147483936" r:id="rId8"/>
    <p:sldLayoutId id="2147483953" r:id="rId9"/>
    <p:sldLayoutId id="2147483937" r:id="rId10"/>
    <p:sldLayoutId id="2147483938" r:id="rId11"/>
    <p:sldLayoutId id="2147483959" r:id="rId12"/>
    <p:sldLayoutId id="2147483939" r:id="rId13"/>
    <p:sldLayoutId id="2147483954" r:id="rId14"/>
    <p:sldLayoutId id="2147483955" r:id="rId15"/>
    <p:sldLayoutId id="2147483956" r:id="rId16"/>
    <p:sldLayoutId id="2147483957" r:id="rId17"/>
  </p:sldLayoutIdLst>
  <p:hf hdr="0"/>
  <p:txStyles>
    <p:titleStyle>
      <a:lvl1pPr algn="l" defTabSz="990564"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200" b="0" kern="1200">
          <a:solidFill>
            <a:schemeClr val="tx1"/>
          </a:solidFill>
          <a:latin typeface="+mn-lt"/>
          <a:ea typeface="+mn-ea"/>
          <a:cs typeface="+mn-cs"/>
          <a:sym typeface="+mn-lt"/>
        </a:defRPr>
      </a:lvl1pPr>
      <a:lvl2pPr marL="180000" marR="0" indent="-180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200" b="0" kern="1200" dirty="0" smtClean="0">
          <a:solidFill>
            <a:schemeClr val="tx1"/>
          </a:solidFill>
          <a:latin typeface="+mn-lt"/>
          <a:ea typeface="+mn-ea"/>
          <a:cs typeface="+mn-cs"/>
          <a:sym typeface="+mn-lt"/>
        </a:defRPr>
      </a:lvl2pPr>
      <a:lvl3pPr marL="360000" marR="0" indent="-180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200" b="0" kern="1200" dirty="0" smtClean="0">
          <a:solidFill>
            <a:schemeClr val="tx1"/>
          </a:solidFill>
          <a:latin typeface="+mn-lt"/>
          <a:ea typeface="+mn-ea"/>
          <a:cs typeface="+mn-cs"/>
          <a:sym typeface="+mn-lt"/>
        </a:defRPr>
      </a:lvl3pPr>
      <a:lvl4pPr marL="504000" marR="0" indent="-144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200" b="0" kern="1200" baseline="0" dirty="0" smtClean="0">
          <a:solidFill>
            <a:schemeClr val="tx1"/>
          </a:solidFill>
          <a:latin typeface="+mn-lt"/>
          <a:ea typeface="+mn-ea"/>
          <a:cs typeface="+mn-cs"/>
          <a:sym typeface="+mn-lt"/>
        </a:defRPr>
      </a:lvl4pPr>
      <a:lvl5pPr marL="684000" indent="-180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200" kern="1200" baseline="0" dirty="0" smtClean="0">
          <a:solidFill>
            <a:schemeClr val="tx1"/>
          </a:solidFill>
          <a:latin typeface="+mn-lt"/>
          <a:ea typeface="+mn-ea"/>
          <a:cs typeface="+mn-cs"/>
        </a:defRPr>
      </a:lvl5pPr>
      <a:lvl6pPr marL="864000" indent="-180000" algn="l" defTabSz="990564"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120">
          <p15:clr>
            <a:srgbClr val="A0A6AE"/>
          </p15:clr>
        </p15:guide>
        <p15:guide id="1" orient="horz" pos="96">
          <p15:clr>
            <a:srgbClr val="A0A6AE"/>
          </p15:clr>
        </p15:guide>
        <p15:guide id="2" pos="3007">
          <p15:clr>
            <a:srgbClr val="A0A6AE"/>
          </p15:clr>
        </p15:guide>
        <p15:guide id="3" pos="3233">
          <p15:clr>
            <a:srgbClr val="A0A6AE"/>
          </p15:clr>
        </p15:guide>
        <p15:guide id="4" pos="5978">
          <p15:clr>
            <a:srgbClr val="A0A6AE"/>
          </p15:clr>
        </p15:guide>
        <p15:guide id="5" pos="262">
          <p15:clr>
            <a:srgbClr val="A0A6AE"/>
          </p15:clr>
        </p15:guide>
        <p15:guide id="6" orient="horz" pos="504">
          <p15:clr>
            <a:srgbClr val="A0A6AE"/>
          </p15:clr>
        </p15:guide>
        <p15:guide id="7" orient="horz" pos="640">
          <p15:clr>
            <a:srgbClr val="A0A6AE"/>
          </p15:clr>
        </p15:guide>
        <p15:guide id="8" orient="horz" pos="935">
          <p15:clr>
            <a:srgbClr val="A0A6AE"/>
          </p15:clr>
        </p15:guide>
        <p15:guide id="9" orient="horz" pos="3974">
          <p15:clr>
            <a:srgbClr val="A0A6AE"/>
          </p15:clr>
        </p15:guide>
        <p15:guide id="10" orient="horz" pos="4156">
          <p15:clr>
            <a:srgbClr val="A0A6AE"/>
          </p15:clr>
        </p15:guide>
        <p15:guide id="11" orient="horz" pos="4269">
          <p15:clr>
            <a:srgbClr val="A0A6AE"/>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6"/>
            </p:custDataLst>
            <p:extLst>
              <p:ext uri="{D42A27DB-BD31-4B8C-83A1-F6EECF244321}">
                <p14:modId xmlns:p14="http://schemas.microsoft.com/office/powerpoint/2010/main" val="2688600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7" imgW="563" imgH="564" progId="TCLayout.ActiveDocument.1">
                  <p:embed/>
                </p:oleObj>
              </mc:Choice>
              <mc:Fallback>
                <p:oleObj name="think-cell スライド" r:id="rId7" imgW="563" imgH="56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17000" y="180000"/>
            <a:ext cx="9072000" cy="615600"/>
          </a:xfrm>
          <a:prstGeom prst="rect">
            <a:avLst/>
          </a:prstGeom>
        </p:spPr>
        <p:txBody>
          <a:bodyPr vert="horz" lIns="0" tIns="0" rIns="0" bIns="0" rtlCol="0" anchor="b" anchorCtr="0">
            <a:noAutofit/>
          </a:bodyPr>
          <a:lstStyle/>
          <a:p>
            <a:r>
              <a:rPr lang="ja-JP" altLang="en-US" noProof="0" dirty="0"/>
              <a:t>キーメッセージを入力（本スライドで一番伝えたいこと＜名詞止め・体言止め不可＞）</a:t>
            </a:r>
            <a:endParaRPr lang="en-US" noProof="0" dirty="0"/>
          </a:p>
        </p:txBody>
      </p:sp>
      <p:sp>
        <p:nvSpPr>
          <p:cNvPr id="8" name="フッター プレースホルダ 8"/>
          <p:cNvSpPr>
            <a:spLocks noGrp="1"/>
          </p:cNvSpPr>
          <p:nvPr>
            <p:ph type="ftr" sz="quarter" idx="3"/>
          </p:nvPr>
        </p:nvSpPr>
        <p:spPr bwMode="gray">
          <a:xfrm>
            <a:off x="705600" y="6588000"/>
            <a:ext cx="4068000"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endParaRPr kumimoji="1" lang="en-GB" altLang="en-GB" dirty="0"/>
          </a:p>
        </p:txBody>
      </p:sp>
      <p:sp>
        <p:nvSpPr>
          <p:cNvPr id="9" name="スライド番号プレースホルダ 9"/>
          <p:cNvSpPr>
            <a:spLocks noGrp="1"/>
          </p:cNvSpPr>
          <p:nvPr>
            <p:ph type="sldNum" sz="quarter" idx="4"/>
          </p:nvPr>
        </p:nvSpPr>
        <p:spPr bwMode="gray">
          <a:xfrm>
            <a:off x="4176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dirty="0"/>
          </a:p>
        </p:txBody>
      </p:sp>
      <p:sp>
        <p:nvSpPr>
          <p:cNvPr id="15" name="Text Box 37"/>
          <p:cNvSpPr txBox="1">
            <a:spLocks noChangeArrowheads="1"/>
          </p:cNvSpPr>
          <p:nvPr/>
        </p:nvSpPr>
        <p:spPr bwMode="gray">
          <a:xfrm>
            <a:off x="5133000" y="6588000"/>
            <a:ext cx="435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dirty="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417600" y="1476000"/>
            <a:ext cx="9072000" cy="4824000"/>
          </a:xfrm>
          <a:prstGeom prst="rect">
            <a:avLst/>
          </a:prstGeom>
        </p:spPr>
        <p:txBody>
          <a:bodyPr vert="horz" lIns="0" tIns="0" rIns="0" bIns="0" rtlCol="0">
            <a:normAutofit/>
          </a:bodyPr>
          <a:lstStyle/>
          <a:p>
            <a:pPr lvl="0"/>
            <a:r>
              <a:rPr kumimoji="1" lang="ja-JP" altLang="en-US" dirty="0"/>
              <a:t>マスター テキストの書式設定</a:t>
            </a:r>
            <a:endParaRPr kumimoji="1" lang="en-US" altLang="ja-JP" dirty="0"/>
          </a:p>
          <a:p>
            <a:pPr lvl="1"/>
            <a:r>
              <a:rPr kumimoji="1" lang="ja-JP" altLang="en-US" dirty="0"/>
              <a:t>第 </a:t>
            </a:r>
            <a:r>
              <a:rPr kumimoji="1" lang="en-US" altLang="ja-JP" dirty="0"/>
              <a:t>1 </a:t>
            </a:r>
            <a:r>
              <a:rPr kumimoji="1" lang="ja-JP" altLang="en-US" dirty="0"/>
              <a:t>レベル</a:t>
            </a:r>
          </a:p>
          <a:p>
            <a:pPr lvl="2"/>
            <a:r>
              <a:rPr kumimoji="1" lang="ja-JP" altLang="en-US" dirty="0"/>
              <a:t>第 </a:t>
            </a:r>
            <a:r>
              <a:rPr kumimoji="1" lang="en-US" altLang="ja-JP" dirty="0"/>
              <a:t>2 </a:t>
            </a:r>
            <a:r>
              <a:rPr kumimoji="1" lang="ja-JP" altLang="en-US" dirty="0"/>
              <a:t>レベル</a:t>
            </a:r>
          </a:p>
          <a:p>
            <a:pPr lvl="3"/>
            <a:r>
              <a:rPr kumimoji="1" lang="ja-JP" altLang="en-US" dirty="0"/>
              <a:t>第 </a:t>
            </a:r>
            <a:r>
              <a:rPr kumimoji="1" lang="en-US" altLang="ja-JP" dirty="0"/>
              <a:t>3 </a:t>
            </a:r>
            <a:r>
              <a:rPr kumimoji="1" lang="ja-JP" altLang="en-US" dirty="0"/>
              <a:t>レベル</a:t>
            </a:r>
          </a:p>
        </p:txBody>
      </p:sp>
    </p:spTree>
    <p:extLst>
      <p:ext uri="{BB962C8B-B14F-4D97-AF65-F5344CB8AC3E}">
        <p14:creationId xmlns:p14="http://schemas.microsoft.com/office/powerpoint/2010/main" val="253086590"/>
      </p:ext>
    </p:extLst>
  </p:cSld>
  <p:clrMap bg1="lt1" tx1="dk1" bg2="lt2" tx2="dk2" accent1="accent1" accent2="accent2" accent3="accent3" accent4="accent4" accent5="accent5" accent6="accent6" hlink="hlink" folHlink="folHlink"/>
  <p:sldLayoutIdLst>
    <p:sldLayoutId id="2147483948" r:id="rId1"/>
    <p:sldLayoutId id="2147483941" r:id="rId2"/>
    <p:sldLayoutId id="2147483949" r:id="rId3"/>
    <p:sldLayoutId id="2147483950" r:id="rId4"/>
  </p:sldLayoutIdLst>
  <p:hf hdr="0"/>
  <p:txStyles>
    <p:titleStyle>
      <a:lvl1pPr algn="l" defTabSz="990564" rtl="0" eaLnBrk="1" latinLnBrk="0" hangingPunct="1">
        <a:spcBef>
          <a:spcPct val="0"/>
        </a:spcBef>
        <a:buNone/>
        <a:defRPr kumimoji="1" sz="2000" b="1" kern="1200">
          <a:solidFill>
            <a:schemeClr val="tx1"/>
          </a:solidFill>
          <a:latin typeface="+mj-lt"/>
          <a:ea typeface="+mj-ea"/>
          <a:cs typeface="+mj-cs"/>
          <a:sym typeface="+mj-lt"/>
        </a:defRPr>
      </a:lvl1pPr>
    </p:titleStyle>
    <p:bodyStyle>
      <a:lvl1pPr marL="0" indent="0" algn="l" defTabSz="990564" rtl="0" eaLnBrk="1" latinLnBrk="0" hangingPunct="1">
        <a:lnSpc>
          <a:spcPct val="110000"/>
        </a:lnSpc>
        <a:spcBef>
          <a:spcPts val="600"/>
        </a:spcBef>
        <a:spcAft>
          <a:spcPts val="0"/>
        </a:spcAft>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80000" indent="-180000" algn="l" defTabSz="990564" rtl="0" eaLnBrk="1"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00" indent="-180000" algn="l" defTabSz="990564" rtl="0" eaLnBrk="1"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000" indent="-144000" algn="l" defTabSz="990564" rtl="0" eaLnBrk="1"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4000" indent="-180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200" kern="1200" baseline="0" dirty="0" smtClean="0">
          <a:solidFill>
            <a:schemeClr val="tx1"/>
          </a:solidFill>
          <a:latin typeface="+mn-lt"/>
          <a:ea typeface="+mn-ea"/>
          <a:cs typeface="+mn-cs"/>
        </a:defRPr>
      </a:lvl5pPr>
      <a:lvl6pPr marL="864000" indent="-180000" algn="l" defTabSz="990564"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0">
          <p15:clr>
            <a:srgbClr val="A0A6AE"/>
          </p15:clr>
        </p15:guide>
        <p15:guide id="2" orient="horz" pos="96">
          <p15:clr>
            <a:srgbClr val="A0A6AE"/>
          </p15:clr>
        </p15:guide>
        <p15:guide id="3" pos="3007">
          <p15:clr>
            <a:srgbClr val="A0A6AE"/>
          </p15:clr>
        </p15:guide>
        <p15:guide id="4" pos="3233">
          <p15:clr>
            <a:srgbClr val="A0A6AE"/>
          </p15:clr>
        </p15:guide>
        <p15:guide id="5" pos="5978">
          <p15:clr>
            <a:srgbClr val="A0A6AE"/>
          </p15:clr>
        </p15:guide>
        <p15:guide id="6" pos="262">
          <p15:clr>
            <a:srgbClr val="A0A6AE"/>
          </p15:clr>
        </p15:guide>
        <p15:guide id="7" orient="horz" pos="504">
          <p15:clr>
            <a:srgbClr val="A0A6AE"/>
          </p15:clr>
        </p15:guide>
        <p15:guide id="8" orient="horz" pos="640">
          <p15:clr>
            <a:srgbClr val="A0A6AE"/>
          </p15:clr>
        </p15:guide>
        <p15:guide id="9" orient="horz" pos="935">
          <p15:clr>
            <a:srgbClr val="A0A6AE"/>
          </p15:clr>
        </p15:guide>
        <p15:guide id="10" orient="horz" pos="3974">
          <p15:clr>
            <a:srgbClr val="A0A6AE"/>
          </p15:clr>
        </p15:guide>
        <p15:guide id="11" orient="horz" pos="4156">
          <p15:clr>
            <a:srgbClr val="A0A6AE"/>
          </p15:clr>
        </p15:guide>
        <p15:guide id="12" orient="horz" pos="4269">
          <p15:clr>
            <a:srgbClr val="A0A6AE"/>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23.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26.xml"/><Relationship Id="rId6" Type="http://schemas.openxmlformats.org/officeDocument/2006/relationships/image" Target="../media/image11.png"/><Relationship Id="rId5" Type="http://schemas.openxmlformats.org/officeDocument/2006/relationships/image" Target="../media/image8.emf"/><Relationship Id="rId4" Type="http://schemas.openxmlformats.org/officeDocument/2006/relationships/oleObject" Target="../embeddings/oleObject24.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27.xml"/><Relationship Id="rId5" Type="http://schemas.openxmlformats.org/officeDocument/2006/relationships/image" Target="../media/image8.emf"/><Relationship Id="rId4" Type="http://schemas.openxmlformats.org/officeDocument/2006/relationships/oleObject" Target="../embeddings/oleObject25.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28.xml"/><Relationship Id="rId6" Type="http://schemas.openxmlformats.org/officeDocument/2006/relationships/image" Target="../media/image12.png"/><Relationship Id="rId5" Type="http://schemas.openxmlformats.org/officeDocument/2006/relationships/image" Target="../media/image8.emf"/><Relationship Id="rId4" Type="http://schemas.openxmlformats.org/officeDocument/2006/relationships/oleObject" Target="../embeddings/oleObject26.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29.xml"/><Relationship Id="rId6" Type="http://schemas.openxmlformats.org/officeDocument/2006/relationships/image" Target="../media/image13.png"/><Relationship Id="rId5" Type="http://schemas.openxmlformats.org/officeDocument/2006/relationships/image" Target="../media/image8.emf"/><Relationship Id="rId4" Type="http://schemas.openxmlformats.org/officeDocument/2006/relationships/oleObject" Target="../embeddings/oleObject27.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4.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8.emf"/><Relationship Id="rId5" Type="http://schemas.openxmlformats.org/officeDocument/2006/relationships/oleObject" Target="../embeddings/oleObject28.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5.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8.emf"/><Relationship Id="rId5" Type="http://schemas.openxmlformats.org/officeDocument/2006/relationships/oleObject" Target="../embeddings/oleObject29.bin"/><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tags" Target="../tags/tag34.xml"/><Relationship Id="rId6" Type="http://schemas.openxmlformats.org/officeDocument/2006/relationships/image" Target="../media/image16.png"/><Relationship Id="rId5" Type="http://schemas.openxmlformats.org/officeDocument/2006/relationships/image" Target="../media/image8.emf"/><Relationship Id="rId4" Type="http://schemas.openxmlformats.org/officeDocument/2006/relationships/oleObject" Target="../embeddings/oleObject30.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35.xml"/><Relationship Id="rId6" Type="http://schemas.openxmlformats.org/officeDocument/2006/relationships/image" Target="../media/image17.png"/><Relationship Id="rId5" Type="http://schemas.openxmlformats.org/officeDocument/2006/relationships/image" Target="../media/image8.emf"/><Relationship Id="rId4" Type="http://schemas.openxmlformats.org/officeDocument/2006/relationships/oleObject" Target="../embeddings/oleObject31.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8.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8.emf"/><Relationship Id="rId5" Type="http://schemas.openxmlformats.org/officeDocument/2006/relationships/oleObject" Target="../embeddings/oleObject32.bin"/><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38.xml"/><Relationship Id="rId6" Type="http://schemas.openxmlformats.org/officeDocument/2006/relationships/image" Target="../media/image19.png"/><Relationship Id="rId5" Type="http://schemas.openxmlformats.org/officeDocument/2006/relationships/image" Target="../media/image8.emf"/><Relationship Id="rId4" Type="http://schemas.openxmlformats.org/officeDocument/2006/relationships/oleObject" Target="../embeddings/oleObject33.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39.xml"/><Relationship Id="rId6" Type="http://schemas.openxmlformats.org/officeDocument/2006/relationships/image" Target="../media/image20.png"/><Relationship Id="rId5" Type="http://schemas.openxmlformats.org/officeDocument/2006/relationships/image" Target="../media/image8.emf"/><Relationship Id="rId4" Type="http://schemas.openxmlformats.org/officeDocument/2006/relationships/oleObject" Target="../embeddings/oleObject34.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40.xml"/><Relationship Id="rId6" Type="http://schemas.openxmlformats.org/officeDocument/2006/relationships/image" Target="../media/image21.png"/><Relationship Id="rId5" Type="http://schemas.openxmlformats.org/officeDocument/2006/relationships/image" Target="../media/image8.emf"/><Relationship Id="rId4" Type="http://schemas.openxmlformats.org/officeDocument/2006/relationships/oleObject" Target="../embeddings/oleObject35.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41.xml"/><Relationship Id="rId6" Type="http://schemas.openxmlformats.org/officeDocument/2006/relationships/image" Target="../media/image22.png"/><Relationship Id="rId5" Type="http://schemas.openxmlformats.org/officeDocument/2006/relationships/image" Target="../media/image8.emf"/><Relationship Id="rId4" Type="http://schemas.openxmlformats.org/officeDocument/2006/relationships/oleObject" Target="../embeddings/oleObject36.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3.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8.emf"/><Relationship Id="rId5" Type="http://schemas.openxmlformats.org/officeDocument/2006/relationships/oleObject" Target="../embeddings/oleObject37.bin"/><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44.xml"/><Relationship Id="rId6" Type="http://schemas.openxmlformats.org/officeDocument/2006/relationships/image" Target="../media/image24.png"/><Relationship Id="rId5" Type="http://schemas.openxmlformats.org/officeDocument/2006/relationships/image" Target="../media/image8.emf"/><Relationship Id="rId4" Type="http://schemas.openxmlformats.org/officeDocument/2006/relationships/oleObject" Target="../embeddings/oleObject38.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45.xml"/><Relationship Id="rId6" Type="http://schemas.openxmlformats.org/officeDocument/2006/relationships/image" Target="../media/image25.png"/><Relationship Id="rId5" Type="http://schemas.openxmlformats.org/officeDocument/2006/relationships/image" Target="../media/image8.emf"/><Relationship Id="rId4" Type="http://schemas.openxmlformats.org/officeDocument/2006/relationships/oleObject" Target="../embeddings/oleObject39.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6.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8.emf"/><Relationship Id="rId5" Type="http://schemas.openxmlformats.org/officeDocument/2006/relationships/oleObject" Target="../embeddings/oleObject40.bin"/><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28.emf"/><Relationship Id="rId2" Type="http://schemas.openxmlformats.org/officeDocument/2006/relationships/slideLayout" Target="../slideLayouts/slideLayout12.xml"/><Relationship Id="rId1" Type="http://schemas.openxmlformats.org/officeDocument/2006/relationships/tags" Target="../tags/tag48.xml"/><Relationship Id="rId6" Type="http://schemas.openxmlformats.org/officeDocument/2006/relationships/image" Target="../media/image27.png"/><Relationship Id="rId5" Type="http://schemas.openxmlformats.org/officeDocument/2006/relationships/image" Target="../media/image8.emf"/><Relationship Id="rId4" Type="http://schemas.openxmlformats.org/officeDocument/2006/relationships/oleObject" Target="../embeddings/oleObject41.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tags" Target="../tags/tag49.xml"/><Relationship Id="rId6" Type="http://schemas.openxmlformats.org/officeDocument/2006/relationships/image" Target="../media/image29.png"/><Relationship Id="rId5" Type="http://schemas.openxmlformats.org/officeDocument/2006/relationships/image" Target="../media/image8.emf"/><Relationship Id="rId4" Type="http://schemas.openxmlformats.org/officeDocument/2006/relationships/oleObject" Target="../embeddings/oleObject42.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tags" Target="../tags/tag50.xml"/><Relationship Id="rId6" Type="http://schemas.openxmlformats.org/officeDocument/2006/relationships/image" Target="../media/image30.png"/><Relationship Id="rId5" Type="http://schemas.openxmlformats.org/officeDocument/2006/relationships/image" Target="../media/image8.emf"/><Relationship Id="rId4" Type="http://schemas.openxmlformats.org/officeDocument/2006/relationships/oleObject" Target="../embeddings/oleObject43.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51.xml"/><Relationship Id="rId6" Type="http://schemas.openxmlformats.org/officeDocument/2006/relationships/image" Target="../media/image31.png"/><Relationship Id="rId5" Type="http://schemas.openxmlformats.org/officeDocument/2006/relationships/image" Target="../media/image8.emf"/><Relationship Id="rId4" Type="http://schemas.openxmlformats.org/officeDocument/2006/relationships/oleObject" Target="../embeddings/oleObject44.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52.xml"/><Relationship Id="rId6" Type="http://schemas.openxmlformats.org/officeDocument/2006/relationships/image" Target="../media/image32.png"/><Relationship Id="rId5" Type="http://schemas.openxmlformats.org/officeDocument/2006/relationships/image" Target="../media/image8.emf"/><Relationship Id="rId4" Type="http://schemas.openxmlformats.org/officeDocument/2006/relationships/oleObject" Target="../embeddings/oleObject45.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tags" Target="../tags/tag53.xml"/><Relationship Id="rId6" Type="http://schemas.openxmlformats.org/officeDocument/2006/relationships/image" Target="../media/image33.png"/><Relationship Id="rId5" Type="http://schemas.openxmlformats.org/officeDocument/2006/relationships/image" Target="../media/image8.emf"/><Relationship Id="rId4" Type="http://schemas.openxmlformats.org/officeDocument/2006/relationships/oleObject" Target="../embeddings/oleObject46.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tags" Target="../tags/tag54.xml"/><Relationship Id="rId6" Type="http://schemas.openxmlformats.org/officeDocument/2006/relationships/image" Target="../media/image34.png"/><Relationship Id="rId5" Type="http://schemas.openxmlformats.org/officeDocument/2006/relationships/image" Target="../media/image8.emf"/><Relationship Id="rId4" Type="http://schemas.openxmlformats.org/officeDocument/2006/relationships/oleObject" Target="../embeddings/oleObject47.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tags" Target="../tags/tag55.xml"/><Relationship Id="rId6" Type="http://schemas.openxmlformats.org/officeDocument/2006/relationships/image" Target="../media/image35.png"/><Relationship Id="rId5" Type="http://schemas.openxmlformats.org/officeDocument/2006/relationships/image" Target="../media/image8.emf"/><Relationship Id="rId4" Type="http://schemas.openxmlformats.org/officeDocument/2006/relationships/oleObject" Target="../embeddings/oleObject48.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56.xml"/><Relationship Id="rId6" Type="http://schemas.openxmlformats.org/officeDocument/2006/relationships/image" Target="../media/image36.png"/><Relationship Id="rId5" Type="http://schemas.openxmlformats.org/officeDocument/2006/relationships/image" Target="../media/image8.emf"/><Relationship Id="rId4" Type="http://schemas.openxmlformats.org/officeDocument/2006/relationships/oleObject" Target="../embeddings/oleObject49.bin"/></Relationships>
</file>

<file path=ppt/slides/_rels/slide28.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slideLayout" Target="../slideLayouts/slideLayout12.xml"/><Relationship Id="rId7" Type="http://schemas.openxmlformats.org/officeDocument/2006/relationships/image" Target="../media/image37.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8.emf"/><Relationship Id="rId5" Type="http://schemas.openxmlformats.org/officeDocument/2006/relationships/oleObject" Target="../embeddings/oleObject50.bin"/><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8.xml"/><Relationship Id="rId1" Type="http://schemas.openxmlformats.org/officeDocument/2006/relationships/tags" Target="../tags/tag59.xml"/><Relationship Id="rId4" Type="http://schemas.openxmlformats.org/officeDocument/2006/relationships/image" Target="../media/image38.emf"/></Relationships>
</file>

<file path=ppt/slides/_rels/slide30.xml.rels><?xml version="1.0" encoding="UTF-8" standalone="yes"?>
<Relationships xmlns="http://schemas.openxmlformats.org/package/2006/relationships"><Relationship Id="rId8" Type="http://schemas.openxmlformats.org/officeDocument/2006/relationships/hyperlink" Target="https://www.deloitte.com/" TargetMode="External"/><Relationship Id="rId3" Type="http://schemas.openxmlformats.org/officeDocument/2006/relationships/notesSlide" Target="../notesSlides/notesSlide29.xml"/><Relationship Id="rId7" Type="http://schemas.openxmlformats.org/officeDocument/2006/relationships/hyperlink" Target="https://www.deloitte.com/jp/about" TargetMode="External"/><Relationship Id="rId2" Type="http://schemas.openxmlformats.org/officeDocument/2006/relationships/slideLayout" Target="../slideLayouts/slideLayout14.xml"/><Relationship Id="rId1" Type="http://schemas.openxmlformats.org/officeDocument/2006/relationships/tags" Target="../tags/tag60.xml"/><Relationship Id="rId6" Type="http://schemas.openxmlformats.org/officeDocument/2006/relationships/hyperlink" Target="https://www.deloitte.com/jp" TargetMode="External"/><Relationship Id="rId5" Type="http://schemas.openxmlformats.org/officeDocument/2006/relationships/image" Target="../media/image1.emf"/><Relationship Id="rId4" Type="http://schemas.openxmlformats.org/officeDocument/2006/relationships/oleObject" Target="../embeddings/oleObject5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2" name="オブジェクト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図プレースホルダー 3"/>
          <p:cNvPicPr>
            <a:picLocks noGrp="1" noChangeAspect="1"/>
          </p:cNvPicPr>
          <p:nvPr>
            <p:ph type="pic" sz="quarter" idx="11"/>
          </p:nvPr>
        </p:nvPicPr>
        <p:blipFill>
          <a:blip r:embed="rId6">
            <a:extLst>
              <a:ext uri="{28A0092B-C50C-407E-A947-70E740481C1C}">
                <a14:useLocalDpi xmlns:a14="http://schemas.microsoft.com/office/drawing/2010/main" val="0"/>
              </a:ext>
            </a:extLst>
          </a:blip>
          <a:srcRect/>
          <a:stretch>
            <a:fillRect/>
          </a:stretch>
        </p:blipFill>
        <p:spPr bwMode="gray"/>
      </p:pic>
      <p:sp>
        <p:nvSpPr>
          <p:cNvPr id="6" name="タイトル 5"/>
          <p:cNvSpPr>
            <a:spLocks noGrp="1"/>
          </p:cNvSpPr>
          <p:nvPr>
            <p:ph type="ctrTitle"/>
          </p:nvPr>
        </p:nvSpPr>
        <p:spPr bwMode="gray"/>
        <p:txBody>
          <a:bodyPr vert="horz"/>
          <a:lstStyle/>
          <a:p>
            <a:r>
              <a:rPr lang="en-US" altLang="ja-JP" dirty="0">
                <a:sym typeface="+mj-lt"/>
              </a:rPr>
              <a:t>PPT</a:t>
            </a:r>
            <a:r>
              <a:rPr lang="ja-JP" altLang="en-US" dirty="0">
                <a:sym typeface="+mj-lt"/>
              </a:rPr>
              <a:t>チェックテスト</a:t>
            </a:r>
          </a:p>
        </p:txBody>
      </p:sp>
      <p:sp>
        <p:nvSpPr>
          <p:cNvPr id="5" name="サブタイトル 4"/>
          <p:cNvSpPr>
            <a:spLocks noGrp="1"/>
          </p:cNvSpPr>
          <p:nvPr>
            <p:ph type="subTitle" idx="1"/>
          </p:nvPr>
        </p:nvSpPr>
        <p:spPr bwMode="gray"/>
        <p:txBody>
          <a:bodyPr/>
          <a:lstStyle/>
          <a:p>
            <a:r>
              <a:rPr lang="en-US" altLang="ja-JP" dirty="0">
                <a:sym typeface="+mn-lt"/>
              </a:rPr>
              <a:t>Deloitte Boot Camp</a:t>
            </a:r>
            <a:endParaRPr kumimoji="1" lang="ja-JP" altLang="en-US" dirty="0">
              <a:sym typeface="+mn-lt"/>
            </a:endParaRPr>
          </a:p>
        </p:txBody>
      </p:sp>
      <p:sp>
        <p:nvSpPr>
          <p:cNvPr id="9" name="Text Box 9">
            <a:extLst>
              <a:ext uri="{FF2B5EF4-FFF2-40B4-BE49-F238E27FC236}">
                <a16:creationId xmlns:a16="http://schemas.microsoft.com/office/drawing/2014/main" id="{CDE98BED-379D-4DCE-84E0-310ED722FBEA}"/>
              </a:ext>
            </a:extLst>
          </p:cNvPr>
          <p:cNvSpPr txBox="1">
            <a:spLocks noChangeArrowheads="1"/>
          </p:cNvSpPr>
          <p:nvPr/>
        </p:nvSpPr>
        <p:spPr bwMode="gray">
          <a:xfrm>
            <a:off x="417600" y="6192000"/>
            <a:ext cx="1652697" cy="215444"/>
          </a:xfrm>
          <a:prstGeom prst="rect">
            <a:avLst/>
          </a:prstGeom>
          <a:noFill/>
          <a:ln w="12700" cap="rnd" algn="ctr">
            <a:noFill/>
            <a:miter lim="800000"/>
            <a:headEnd/>
            <a:tailEnd/>
          </a:ln>
          <a:effectLst/>
        </p:spPr>
        <p:txBody>
          <a:bodyPr wrap="none" lIns="0" tIns="0" rIns="0" bIns="0">
            <a:spAutoFit/>
          </a:bodyPr>
          <a:lstStyle/>
          <a:p>
            <a:pPr algn="l">
              <a:lnSpc>
                <a:spcPct val="100000"/>
              </a:lnSpc>
              <a:spcBef>
                <a:spcPts val="0"/>
              </a:spcBef>
              <a:spcAft>
                <a:spcPts val="0"/>
              </a:spcAft>
            </a:pPr>
            <a:r>
              <a:rPr lang="ja-JP" altLang="ja-JP" sz="1400" kern="1200" baseline="0" dirty="0">
                <a:solidFill>
                  <a:srgbClr val="000000"/>
                </a:solidFill>
                <a:latin typeface="+mn-lt"/>
                <a:ea typeface="+mn-ea"/>
                <a:cs typeface="+mn-cs"/>
                <a:sym typeface="+mn-lt"/>
              </a:rPr>
              <a:t>デロイト トーマツ </a:t>
            </a:r>
            <a:r>
              <a:rPr lang="ja-JP" altLang="en-US" sz="1400" kern="1200" baseline="0" dirty="0">
                <a:solidFill>
                  <a:srgbClr val="000000"/>
                </a:solidFill>
                <a:latin typeface="+mn-lt"/>
                <a:ea typeface="+mn-ea"/>
                <a:cs typeface="+mn-cs"/>
                <a:sym typeface="+mn-lt"/>
              </a:rPr>
              <a:t>グループ</a:t>
            </a:r>
            <a:endParaRPr lang="en-US" altLang="ja-JP" sz="1400" kern="1200" baseline="0" dirty="0">
              <a:solidFill>
                <a:srgbClr val="000000"/>
              </a:solidFill>
              <a:latin typeface="+mn-lt"/>
              <a:ea typeface="+mn-ea"/>
              <a:cs typeface="+mn-cs"/>
              <a:sym typeface="+mn-lt"/>
            </a:endParaRPr>
          </a:p>
        </p:txBody>
      </p:sp>
      <p:pic>
        <p:nvPicPr>
          <p:cNvPr id="11" name="図 10" descr="アイコン&#10;&#10;自動的に生成された説明">
            <a:extLst>
              <a:ext uri="{FF2B5EF4-FFF2-40B4-BE49-F238E27FC236}">
                <a16:creationId xmlns:a16="http://schemas.microsoft.com/office/drawing/2014/main" id="{3CBBCC7D-0016-4897-91E1-0C2BB4BA3C91}"/>
              </a:ext>
            </a:extLst>
          </p:cNvPr>
          <p:cNvPicPr>
            <a:picLocks noChangeAspect="1"/>
          </p:cNvPicPr>
          <p:nvPr/>
        </p:nvPicPr>
        <p:blipFill>
          <a:blip r:embed="rId7"/>
          <a:stretch>
            <a:fillRect/>
          </a:stretch>
        </p:blipFill>
        <p:spPr bwMode="gray">
          <a:xfrm>
            <a:off x="8121600" y="5328000"/>
            <a:ext cx="1584000" cy="1584000"/>
          </a:xfrm>
          <a:prstGeom prst="rect">
            <a:avLst/>
          </a:prstGeom>
        </p:spPr>
      </p:pic>
    </p:spTree>
    <p:extLst>
      <p:ext uri="{BB962C8B-B14F-4D97-AF65-F5344CB8AC3E}">
        <p14:creationId xmlns:p14="http://schemas.microsoft.com/office/powerpoint/2010/main" val="2389568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オブジェクト 24"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25" name="オブジェクト 2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テキスト プレースホルダー 11"/>
          <p:cNvSpPr>
            <a:spLocks noGrp="1"/>
          </p:cNvSpPr>
          <p:nvPr>
            <p:ph type="body" sz="quarter" idx="15"/>
          </p:nvPr>
        </p:nvSpPr>
        <p:spPr bwMode="gray"/>
        <p:txBody>
          <a:bodyPr/>
          <a:lstStyle/>
          <a:p>
            <a:r>
              <a:rPr lang="ja-JP" altLang="en-US" dirty="0">
                <a:sym typeface="+mn-lt"/>
              </a:rPr>
              <a:t>設問例</a:t>
            </a:r>
          </a:p>
        </p:txBody>
      </p:sp>
      <p:sp>
        <p:nvSpPr>
          <p:cNvPr id="44034" name="Rectangle 2"/>
          <p:cNvSpPr>
            <a:spLocks noGrp="1" noChangeArrowheads="1"/>
          </p:cNvSpPr>
          <p:nvPr>
            <p:ph type="title"/>
          </p:nvPr>
        </p:nvSpPr>
        <p:spPr bwMode="gray"/>
        <p:txBody>
          <a:bodyPr vert="horz"/>
          <a:lstStyle/>
          <a:p>
            <a:r>
              <a:rPr lang="ja-JP" altLang="en-US" dirty="0">
                <a:sym typeface="+mj-lt"/>
              </a:rPr>
              <a:t>インストラクション</a:t>
            </a:r>
            <a:br>
              <a:rPr lang="en-US" altLang="ja-JP" dirty="0">
                <a:sym typeface="+mj-lt"/>
              </a:rPr>
            </a:br>
            <a:r>
              <a:rPr lang="ja-JP" altLang="en-US" dirty="0">
                <a:sym typeface="+mj-lt"/>
              </a:rPr>
              <a:t>キーラインの指示に従い、左側の例と同じものを右側に作成にしなさい</a:t>
            </a:r>
          </a:p>
        </p:txBody>
      </p:sp>
      <p:sp>
        <p:nvSpPr>
          <p:cNvPr id="16" name="正方形/長方形 15"/>
          <p:cNvSpPr/>
          <p:nvPr/>
        </p:nvSpPr>
        <p:spPr bwMode="gray">
          <a:xfrm>
            <a:off x="7434379" y="1632446"/>
            <a:ext cx="1492716" cy="549125"/>
          </a:xfrm>
          <a:prstGeom prst="rect">
            <a:avLst/>
          </a:prstGeom>
        </p:spPr>
        <p:txBody>
          <a:bodyPr wrap="none">
            <a:spAutoFit/>
          </a:bodyPr>
          <a:lstStyle/>
          <a:p>
            <a:pPr>
              <a:lnSpc>
                <a:spcPct val="106000"/>
              </a:lnSpc>
            </a:pPr>
            <a:r>
              <a:rPr lang="ja-JP" altLang="en-US" sz="1400" b="1" dirty="0">
                <a:latin typeface="+mn-lt"/>
                <a:cs typeface="+mn-cs"/>
                <a:sym typeface="+mn-lt"/>
              </a:rPr>
              <a:t>キーラインに指示が</a:t>
            </a:r>
            <a:endParaRPr lang="en-US" altLang="ja-JP" sz="1400" b="1" dirty="0">
              <a:latin typeface="+mn-lt"/>
              <a:cs typeface="+mn-cs"/>
              <a:sym typeface="+mn-lt"/>
            </a:endParaRPr>
          </a:p>
          <a:p>
            <a:pPr>
              <a:lnSpc>
                <a:spcPct val="106000"/>
              </a:lnSpc>
            </a:pPr>
            <a:r>
              <a:rPr lang="ja-JP" altLang="en-US" sz="1400" b="1" dirty="0">
                <a:latin typeface="+mn-lt"/>
                <a:cs typeface="+mn-cs"/>
                <a:sym typeface="+mn-lt"/>
              </a:rPr>
              <a:t>記載されている</a:t>
            </a:r>
          </a:p>
        </p:txBody>
      </p:sp>
      <p:sp>
        <p:nvSpPr>
          <p:cNvPr id="23" name="正方形/長方形 22"/>
          <p:cNvSpPr/>
          <p:nvPr/>
        </p:nvSpPr>
        <p:spPr bwMode="gray">
          <a:xfrm>
            <a:off x="7406669" y="2376480"/>
            <a:ext cx="1958228" cy="2669833"/>
          </a:xfrm>
          <a:prstGeom prst="rect">
            <a:avLst/>
          </a:prstGeom>
        </p:spPr>
        <p:txBody>
          <a:bodyPr wrap="none" rIns="0">
            <a:spAutoFit/>
          </a:bodyPr>
          <a:lstStyle/>
          <a:p>
            <a:pPr>
              <a:lnSpc>
                <a:spcPct val="106000"/>
              </a:lnSpc>
            </a:pPr>
            <a:r>
              <a:rPr lang="ja-JP" altLang="en-US" sz="1400" b="1" dirty="0">
                <a:latin typeface="+mn-lt"/>
                <a:cs typeface="+mn-cs"/>
                <a:sym typeface="+mn-lt"/>
              </a:rPr>
              <a:t>右側の解答欄に</a:t>
            </a:r>
            <a:endParaRPr lang="en-US" altLang="ja-JP" sz="1400" b="1" dirty="0">
              <a:latin typeface="+mn-lt"/>
              <a:cs typeface="+mn-cs"/>
              <a:sym typeface="+mn-lt"/>
            </a:endParaRPr>
          </a:p>
          <a:p>
            <a:pPr>
              <a:lnSpc>
                <a:spcPct val="106000"/>
              </a:lnSpc>
            </a:pPr>
            <a:r>
              <a:rPr lang="ja-JP" altLang="en-US" sz="1400" b="1" dirty="0">
                <a:latin typeface="+mn-lt"/>
                <a:cs typeface="+mn-cs"/>
                <a:sym typeface="+mn-lt"/>
              </a:rPr>
              <a:t>左側の例と同じものを</a:t>
            </a:r>
            <a:endParaRPr lang="en-US" altLang="ja-JP" sz="1400" b="1" dirty="0">
              <a:latin typeface="+mn-lt"/>
              <a:cs typeface="+mn-cs"/>
              <a:sym typeface="+mn-lt"/>
            </a:endParaRPr>
          </a:p>
          <a:p>
            <a:pPr>
              <a:lnSpc>
                <a:spcPct val="106000"/>
              </a:lnSpc>
            </a:pPr>
            <a:r>
              <a:rPr lang="ja-JP" altLang="en-US" sz="1400" b="1" dirty="0">
                <a:latin typeface="+mn-lt"/>
                <a:cs typeface="+mn-cs"/>
                <a:sym typeface="+mn-lt"/>
              </a:rPr>
              <a:t>作成する</a:t>
            </a:r>
            <a:endParaRPr lang="en-US" altLang="ja-JP" sz="1400" b="1" dirty="0">
              <a:latin typeface="+mn-lt"/>
              <a:cs typeface="+mn-cs"/>
              <a:sym typeface="+mn-lt"/>
            </a:endParaRPr>
          </a:p>
          <a:p>
            <a:pPr>
              <a:lnSpc>
                <a:spcPct val="106000"/>
              </a:lnSpc>
            </a:pPr>
            <a:endParaRPr lang="en-US" altLang="ja-JP" sz="800" b="1" dirty="0">
              <a:latin typeface="+mn-lt"/>
              <a:cs typeface="+mn-cs"/>
              <a:sym typeface="+mn-lt"/>
            </a:endParaRPr>
          </a:p>
          <a:p>
            <a:pPr>
              <a:lnSpc>
                <a:spcPct val="106000"/>
              </a:lnSpc>
            </a:pPr>
            <a:r>
              <a:rPr lang="en-US" altLang="ja-JP" sz="1200" b="1" dirty="0">
                <a:latin typeface="+mn-lt"/>
                <a:cs typeface="+mn-cs"/>
                <a:sym typeface="+mn-lt"/>
              </a:rPr>
              <a:t>※ </a:t>
            </a:r>
            <a:r>
              <a:rPr lang="ja-JP" altLang="en-US" sz="1200" b="1" dirty="0">
                <a:latin typeface="+mn-lt"/>
                <a:cs typeface="+mn-cs"/>
                <a:sym typeface="+mn-lt"/>
              </a:rPr>
              <a:t>基本的には、解答欄に</a:t>
            </a:r>
            <a:br>
              <a:rPr lang="en-US" altLang="ja-JP" sz="1200" b="1" dirty="0">
                <a:latin typeface="+mn-lt"/>
                <a:cs typeface="+mn-cs"/>
                <a:sym typeface="+mn-lt"/>
              </a:rPr>
            </a:br>
            <a:r>
              <a:rPr lang="ja-JP" altLang="en-US" sz="1200" b="1" dirty="0">
                <a:latin typeface="+mn-lt"/>
                <a:cs typeface="+mn-cs"/>
                <a:sym typeface="+mn-lt"/>
              </a:rPr>
              <a:t>　　用意されたオブジェクトを</a:t>
            </a:r>
            <a:br>
              <a:rPr lang="en-US" altLang="ja-JP" sz="1200" b="1" dirty="0">
                <a:latin typeface="+mn-lt"/>
                <a:cs typeface="+mn-cs"/>
                <a:sym typeface="+mn-lt"/>
              </a:rPr>
            </a:br>
            <a:r>
              <a:rPr lang="ja-JP" altLang="en-US" sz="1200" b="1" dirty="0">
                <a:latin typeface="+mn-lt"/>
                <a:cs typeface="+mn-cs"/>
                <a:sym typeface="+mn-lt"/>
              </a:rPr>
              <a:t>　　使用すればよいが、</a:t>
            </a:r>
            <a:br>
              <a:rPr lang="en-US" altLang="ja-JP" sz="1200" b="1" dirty="0">
                <a:latin typeface="+mn-lt"/>
                <a:cs typeface="+mn-cs"/>
                <a:sym typeface="+mn-lt"/>
              </a:rPr>
            </a:br>
            <a:r>
              <a:rPr lang="ja-JP" altLang="en-US" sz="1200" b="1" dirty="0">
                <a:latin typeface="+mn-lt"/>
                <a:cs typeface="+mn-cs"/>
                <a:sym typeface="+mn-lt"/>
              </a:rPr>
              <a:t>　　挿入が必要な設問もある</a:t>
            </a:r>
            <a:br>
              <a:rPr lang="en-US" altLang="ja-JP" sz="1200" b="1" dirty="0">
                <a:latin typeface="+mn-lt"/>
                <a:cs typeface="+mn-cs"/>
                <a:sym typeface="+mn-lt"/>
              </a:rPr>
            </a:br>
            <a:r>
              <a:rPr lang="ja-JP" altLang="en-US" sz="1200" b="1" dirty="0">
                <a:latin typeface="+mn-lt"/>
                <a:cs typeface="+mn-cs"/>
                <a:sym typeface="+mn-lt"/>
              </a:rPr>
              <a:t>　　（設問</a:t>
            </a:r>
            <a:r>
              <a:rPr lang="en-US" altLang="ja-JP" sz="1200" b="1" dirty="0">
                <a:latin typeface="+mn-lt"/>
                <a:cs typeface="+mn-cs"/>
                <a:sym typeface="+mn-lt"/>
              </a:rPr>
              <a:t>7,8,14,15</a:t>
            </a:r>
            <a:r>
              <a:rPr lang="ja-JP" altLang="en-US" sz="1200" b="1" dirty="0">
                <a:latin typeface="+mn-lt"/>
                <a:cs typeface="+mn-cs"/>
                <a:sym typeface="+mn-lt"/>
              </a:rPr>
              <a:t>）</a:t>
            </a:r>
            <a:endParaRPr lang="en-US" altLang="ja-JP" sz="1200" b="1" dirty="0">
              <a:latin typeface="+mn-lt"/>
              <a:cs typeface="+mn-cs"/>
              <a:sym typeface="+mn-lt"/>
            </a:endParaRPr>
          </a:p>
          <a:p>
            <a:pPr>
              <a:lnSpc>
                <a:spcPct val="106000"/>
              </a:lnSpc>
            </a:pPr>
            <a:endParaRPr lang="en-US" altLang="ja-JP" sz="1200" b="1" dirty="0">
              <a:latin typeface="+mn-lt"/>
              <a:cs typeface="+mn-cs"/>
              <a:sym typeface="+mn-lt"/>
            </a:endParaRPr>
          </a:p>
          <a:p>
            <a:pPr>
              <a:lnSpc>
                <a:spcPct val="106000"/>
              </a:lnSpc>
            </a:pPr>
            <a:r>
              <a:rPr lang="en-US" altLang="ja-JP" sz="1200" b="1" dirty="0">
                <a:latin typeface="+mn-lt"/>
                <a:cs typeface="+mn-cs"/>
                <a:sym typeface="+mn-lt"/>
              </a:rPr>
              <a:t>※</a:t>
            </a:r>
            <a:r>
              <a:rPr lang="ja-JP" altLang="en-US" sz="1200" b="1" dirty="0">
                <a:latin typeface="+mn-lt"/>
                <a:cs typeface="+mn-cs"/>
                <a:sym typeface="+mn-lt"/>
              </a:rPr>
              <a:t>色は</a:t>
            </a:r>
            <a:r>
              <a:rPr lang="en-US" altLang="ja-JP" sz="1200" b="1" dirty="0">
                <a:latin typeface="+mn-lt"/>
                <a:cs typeface="+mn-cs"/>
                <a:sym typeface="+mn-lt"/>
              </a:rPr>
              <a:t>DT</a:t>
            </a:r>
            <a:r>
              <a:rPr lang="ja-JP" altLang="en-US" sz="1200" b="1" dirty="0">
                <a:latin typeface="+mn-lt"/>
                <a:cs typeface="+mn-cs"/>
                <a:sym typeface="+mn-lt"/>
              </a:rPr>
              <a:t>テンプレートに</a:t>
            </a:r>
            <a:endParaRPr lang="en-US" altLang="ja-JP" sz="1200" b="1" dirty="0">
              <a:latin typeface="+mn-lt"/>
              <a:cs typeface="+mn-cs"/>
              <a:sym typeface="+mn-lt"/>
            </a:endParaRPr>
          </a:p>
          <a:p>
            <a:pPr>
              <a:lnSpc>
                <a:spcPct val="106000"/>
              </a:lnSpc>
            </a:pPr>
            <a:r>
              <a:rPr lang="ja-JP" altLang="en-US" sz="1200" b="1" dirty="0">
                <a:latin typeface="+mn-lt"/>
                <a:cs typeface="+mn-cs"/>
                <a:sym typeface="+mn-lt"/>
              </a:rPr>
              <a:t>    従ったカラーを使う</a:t>
            </a:r>
            <a:endParaRPr lang="en-US" altLang="ja-JP" sz="1200" b="1" dirty="0">
              <a:latin typeface="+mn-lt"/>
              <a:cs typeface="+mn-cs"/>
              <a:sym typeface="+mn-lt"/>
            </a:endParaRPr>
          </a:p>
          <a:p>
            <a:pPr>
              <a:lnSpc>
                <a:spcPct val="106000"/>
              </a:lnSpc>
            </a:pPr>
            <a:endParaRPr lang="ja-JP" altLang="en-US" sz="1200" b="1" dirty="0"/>
          </a:p>
        </p:txBody>
      </p:sp>
      <p:pic>
        <p:nvPicPr>
          <p:cNvPr id="5" name="図 4"/>
          <p:cNvPicPr>
            <a:picLocks noChangeAspect="1"/>
          </p:cNvPicPr>
          <p:nvPr/>
        </p:nvPicPr>
        <p:blipFill>
          <a:blip r:embed="rId6"/>
          <a:stretch>
            <a:fillRect/>
          </a:stretch>
        </p:blipFill>
        <p:spPr>
          <a:xfrm>
            <a:off x="625283" y="1618154"/>
            <a:ext cx="6598373" cy="4568106"/>
          </a:xfrm>
          <a:prstGeom prst="rect">
            <a:avLst/>
          </a:prstGeom>
        </p:spPr>
      </p:pic>
      <p:cxnSp>
        <p:nvCxnSpPr>
          <p:cNvPr id="15" name="直線矢印コネクタ 14"/>
          <p:cNvCxnSpPr/>
          <p:nvPr/>
        </p:nvCxnSpPr>
        <p:spPr bwMode="gray">
          <a:xfrm>
            <a:off x="4614283" y="1795141"/>
            <a:ext cx="2808000" cy="0"/>
          </a:xfrm>
          <a:prstGeom prst="straightConnector1">
            <a:avLst/>
          </a:prstGeom>
          <a:ln w="38100">
            <a:solidFill>
              <a:srgbClr val="B5453A"/>
            </a:solidFill>
            <a:tailEnd type="none"/>
          </a:ln>
        </p:spPr>
        <p:style>
          <a:lnRef idx="1">
            <a:schemeClr val="accent1"/>
          </a:lnRef>
          <a:fillRef idx="0">
            <a:schemeClr val="accent1"/>
          </a:fillRef>
          <a:effectRef idx="0">
            <a:schemeClr val="accent1"/>
          </a:effectRef>
          <a:fontRef idx="minor">
            <a:schemeClr val="tx1"/>
          </a:fontRef>
        </p:style>
      </p:cxnSp>
      <p:cxnSp>
        <p:nvCxnSpPr>
          <p:cNvPr id="6" name="直線矢印コネクタ 5"/>
          <p:cNvCxnSpPr/>
          <p:nvPr/>
        </p:nvCxnSpPr>
        <p:spPr bwMode="gray">
          <a:xfrm flipH="1">
            <a:off x="4216820" y="1795141"/>
            <a:ext cx="409339" cy="176988"/>
          </a:xfrm>
          <a:prstGeom prst="straightConnector1">
            <a:avLst/>
          </a:prstGeom>
          <a:ln w="38100">
            <a:solidFill>
              <a:srgbClr val="B5453A"/>
            </a:solidFill>
            <a:tailEnd type="oval"/>
          </a:ln>
        </p:spPr>
        <p:style>
          <a:lnRef idx="1">
            <a:schemeClr val="accent1"/>
          </a:lnRef>
          <a:fillRef idx="0">
            <a:schemeClr val="accent1"/>
          </a:fillRef>
          <a:effectRef idx="0">
            <a:schemeClr val="accent1"/>
          </a:effectRef>
          <a:fontRef idx="minor">
            <a:schemeClr val="tx1"/>
          </a:fontRef>
        </p:style>
      </p:cxnSp>
      <p:cxnSp>
        <p:nvCxnSpPr>
          <p:cNvPr id="19" name="直線矢印コネクタ 18"/>
          <p:cNvCxnSpPr/>
          <p:nvPr/>
        </p:nvCxnSpPr>
        <p:spPr bwMode="gray">
          <a:xfrm flipH="1">
            <a:off x="6725752" y="2569017"/>
            <a:ext cx="312529" cy="224490"/>
          </a:xfrm>
          <a:prstGeom prst="straightConnector1">
            <a:avLst/>
          </a:prstGeom>
          <a:ln w="38100">
            <a:solidFill>
              <a:srgbClr val="B5453A"/>
            </a:solidFill>
            <a:tailEnd type="oval"/>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p:nvPr/>
        </p:nvCxnSpPr>
        <p:spPr bwMode="gray">
          <a:xfrm>
            <a:off x="7025656" y="2569017"/>
            <a:ext cx="396000" cy="0"/>
          </a:xfrm>
          <a:prstGeom prst="straightConnector1">
            <a:avLst/>
          </a:prstGeom>
          <a:ln w="38100">
            <a:solidFill>
              <a:srgbClr val="B5453A"/>
            </a:solidFill>
            <a:tailEnd type="none"/>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bwMode="gray">
          <a:xfrm>
            <a:off x="4050281" y="2616519"/>
            <a:ext cx="2871954" cy="3225061"/>
          </a:xfrm>
          <a:prstGeom prst="rect">
            <a:avLst/>
          </a:prstGeom>
          <a:noFill/>
          <a:ln w="28575">
            <a:solidFill>
              <a:srgbClr val="B5453A"/>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 name="スライド番号プレースホルダー 1">
            <a:extLst>
              <a:ext uri="{FF2B5EF4-FFF2-40B4-BE49-F238E27FC236}">
                <a16:creationId xmlns:a16="http://schemas.microsoft.com/office/drawing/2014/main" id="{6F14B90D-5CB9-4CD1-A1F4-1FE48E8E6392}"/>
              </a:ext>
            </a:extLst>
          </p:cNvPr>
          <p:cNvSpPr>
            <a:spLocks noGrp="1"/>
          </p:cNvSpPr>
          <p:nvPr>
            <p:ph type="sldNum" sz="quarter" idx="11"/>
          </p:nvPr>
        </p:nvSpPr>
        <p:spPr/>
        <p:txBody>
          <a:bodyPr/>
          <a:lstStyle/>
          <a:p>
            <a:fld id="{AA5FCFE5-FE56-4EF1-80A8-07776887C2A1}" type="slidenum">
              <a:rPr lang="ja-JP" altLang="en-US" smtClean="0"/>
              <a:pPr/>
              <a:t>2</a:t>
            </a:fld>
            <a:endParaRPr lang="ja-JP" altLang="en-US" dirty="0"/>
          </a:p>
        </p:txBody>
      </p:sp>
      <p:sp>
        <p:nvSpPr>
          <p:cNvPr id="3" name="フッター プレースホルダー 2">
            <a:extLst>
              <a:ext uri="{FF2B5EF4-FFF2-40B4-BE49-F238E27FC236}">
                <a16:creationId xmlns:a16="http://schemas.microsoft.com/office/drawing/2014/main" id="{B1326EFD-B25E-4B97-BC6A-A3885DB5CC61}"/>
              </a:ext>
            </a:extLst>
          </p:cNvPr>
          <p:cNvSpPr>
            <a:spLocks noGrp="1"/>
          </p:cNvSpPr>
          <p:nvPr>
            <p:ph type="ftr" sz="quarter" idx="10"/>
          </p:nvPr>
        </p:nvSpPr>
        <p:spPr/>
        <p:txBody>
          <a:bodyPr/>
          <a:lstStyle/>
          <a:p>
            <a:r>
              <a:rPr lang="en-US" altLang="ja-JP"/>
              <a:t>PPT</a:t>
            </a:r>
            <a:r>
              <a:rPr lang="ja-JP" altLang="en-US"/>
              <a:t>チェックテスト</a:t>
            </a:r>
            <a:endParaRPr lang="en-GB" altLang="en-GB" dirty="0"/>
          </a:p>
        </p:txBody>
      </p:sp>
    </p:spTree>
    <p:extLst>
      <p:ext uri="{BB962C8B-B14F-4D97-AF65-F5344CB8AC3E}">
        <p14:creationId xmlns:p14="http://schemas.microsoft.com/office/powerpoint/2010/main" val="784040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4" name="オブジェクト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正方形/長方形 2"/>
          <p:cNvSpPr/>
          <p:nvPr/>
        </p:nvSpPr>
        <p:spPr bwMode="gray">
          <a:xfrm>
            <a:off x="968400" y="3963980"/>
            <a:ext cx="4879862" cy="830997"/>
          </a:xfrm>
          <a:prstGeom prst="rect">
            <a:avLst/>
          </a:prstGeom>
          <a:solidFill>
            <a:schemeClr val="accent1"/>
          </a:solidFill>
          <a:ln w="28575">
            <a:noFill/>
          </a:ln>
        </p:spPr>
        <p:txBody>
          <a:bodyPr wrap="none">
            <a:spAutoFit/>
          </a:bodyPr>
          <a:lstStyle/>
          <a:p>
            <a:pPr marL="546100" indent="-546100"/>
            <a:r>
              <a:rPr lang="ja-JP" altLang="en-US" sz="1600" b="1" dirty="0">
                <a:solidFill>
                  <a:schemeClr val="bg1"/>
                </a:solidFill>
                <a:latin typeface="+mn-lt"/>
                <a:cs typeface="+mn-cs"/>
                <a:sym typeface="+mn-lt"/>
              </a:rPr>
              <a:t>注意：ショートカット等を駆使し、素早く効率的に作業を</a:t>
            </a:r>
            <a:br>
              <a:rPr lang="en-US" altLang="ja-JP" sz="1600" b="1" dirty="0">
                <a:solidFill>
                  <a:schemeClr val="bg1"/>
                </a:solidFill>
                <a:latin typeface="+mn-lt"/>
                <a:cs typeface="+mn-cs"/>
                <a:sym typeface="+mn-lt"/>
              </a:rPr>
            </a:br>
            <a:r>
              <a:rPr lang="ja-JP" altLang="en-US" sz="1600" b="1" dirty="0">
                <a:solidFill>
                  <a:schemeClr val="bg1"/>
                </a:solidFill>
                <a:latin typeface="+mn-lt"/>
                <a:cs typeface="+mn-cs"/>
                <a:sym typeface="+mn-lt"/>
              </a:rPr>
              <a:t>しないと最後まで到達しない設計になっています。</a:t>
            </a:r>
            <a:br>
              <a:rPr lang="en-US" altLang="ja-JP" sz="1600" b="1" dirty="0">
                <a:solidFill>
                  <a:schemeClr val="bg1"/>
                </a:solidFill>
                <a:latin typeface="+mn-lt"/>
                <a:cs typeface="+mn-cs"/>
                <a:sym typeface="+mn-lt"/>
              </a:rPr>
            </a:br>
            <a:r>
              <a:rPr lang="ja-JP" altLang="en-US" sz="1600" b="1" dirty="0">
                <a:solidFill>
                  <a:schemeClr val="bg1"/>
                </a:solidFill>
                <a:latin typeface="+mn-lt"/>
                <a:cs typeface="+mn-cs"/>
                <a:sym typeface="+mn-lt"/>
              </a:rPr>
              <a:t>スピードを意識しながら取り組んでください</a:t>
            </a:r>
          </a:p>
        </p:txBody>
      </p:sp>
      <p:sp>
        <p:nvSpPr>
          <p:cNvPr id="2" name="テキスト プレースホルダー 1"/>
          <p:cNvSpPr>
            <a:spLocks noGrp="1"/>
          </p:cNvSpPr>
          <p:nvPr>
            <p:ph type="body" sz="quarter" idx="10"/>
          </p:nvPr>
        </p:nvSpPr>
        <p:spPr bwMode="gray"/>
        <p:txBody>
          <a:bodyPr/>
          <a:lstStyle/>
          <a:p>
            <a:r>
              <a:rPr lang="zh-TW" altLang="en-US" dirty="0">
                <a:latin typeface="+mn-lt"/>
                <a:ea typeface="+mn-ea"/>
                <a:sym typeface="+mn-lt"/>
              </a:rPr>
              <a:t>＜設問＞</a:t>
            </a:r>
          </a:p>
          <a:p>
            <a:r>
              <a:rPr lang="zh-TW" altLang="en-US" dirty="0">
                <a:latin typeface="+mn-lt"/>
                <a:ea typeface="+mn-ea"/>
                <a:sym typeface="+mn-lt"/>
              </a:rPr>
              <a:t>全</a:t>
            </a:r>
            <a:r>
              <a:rPr lang="en-US" altLang="zh-TW" dirty="0">
                <a:latin typeface="+mn-lt"/>
                <a:ea typeface="+mn-ea"/>
                <a:sym typeface="+mn-lt"/>
              </a:rPr>
              <a:t>25</a:t>
            </a:r>
            <a:r>
              <a:rPr lang="zh-TW" altLang="en-US" dirty="0">
                <a:latin typeface="+mn-lt"/>
                <a:ea typeface="+mn-ea"/>
                <a:sym typeface="+mn-lt"/>
              </a:rPr>
              <a:t>問、制限時間</a:t>
            </a:r>
            <a:r>
              <a:rPr lang="en-US" altLang="zh-TW" dirty="0">
                <a:latin typeface="+mn-lt"/>
                <a:ea typeface="+mn-ea"/>
                <a:sym typeface="+mn-lt"/>
              </a:rPr>
              <a:t>25</a:t>
            </a:r>
            <a:r>
              <a:rPr lang="zh-TW" altLang="en-US" dirty="0">
                <a:latin typeface="+mn-lt"/>
                <a:ea typeface="+mn-ea"/>
                <a:sym typeface="+mn-lt"/>
              </a:rPr>
              <a:t>分</a:t>
            </a:r>
          </a:p>
        </p:txBody>
      </p:sp>
      <p:sp>
        <p:nvSpPr>
          <p:cNvPr id="7" name="スライド番号プレースホルダー 6">
            <a:extLst>
              <a:ext uri="{FF2B5EF4-FFF2-40B4-BE49-F238E27FC236}">
                <a16:creationId xmlns:a16="http://schemas.microsoft.com/office/drawing/2014/main" id="{0CF9551A-2B9A-4BC2-9D9E-D1ED8E441D6D}"/>
              </a:ext>
            </a:extLst>
          </p:cNvPr>
          <p:cNvSpPr>
            <a:spLocks noGrp="1"/>
          </p:cNvSpPr>
          <p:nvPr>
            <p:ph type="sldNum" sz="quarter" idx="11"/>
          </p:nvPr>
        </p:nvSpPr>
        <p:spPr/>
        <p:txBody>
          <a:bodyPr/>
          <a:lstStyle/>
          <a:p>
            <a:fld id="{AA5FCFE5-FE56-4EF1-80A8-07776887C2A1}" type="slidenum">
              <a:rPr lang="ja-JP" altLang="en-US" smtClean="0"/>
              <a:pPr/>
              <a:t>3</a:t>
            </a:fld>
            <a:endParaRPr lang="ja-JP" altLang="en-US" dirty="0"/>
          </a:p>
        </p:txBody>
      </p:sp>
      <p:sp>
        <p:nvSpPr>
          <p:cNvPr id="8" name="フッター プレースホルダー 7">
            <a:extLst>
              <a:ext uri="{FF2B5EF4-FFF2-40B4-BE49-F238E27FC236}">
                <a16:creationId xmlns:a16="http://schemas.microsoft.com/office/drawing/2014/main" id="{7664CE5D-048F-48B1-9C62-EDEF8F307637}"/>
              </a:ext>
            </a:extLst>
          </p:cNvPr>
          <p:cNvSpPr>
            <a:spLocks noGrp="1"/>
          </p:cNvSpPr>
          <p:nvPr>
            <p:ph type="ftr" sz="quarter" idx="12"/>
          </p:nvPr>
        </p:nvSpPr>
        <p:spPr/>
        <p:txBody>
          <a:bodyPr/>
          <a:lstStyle/>
          <a:p>
            <a:r>
              <a:rPr lang="en-US" altLang="ja-JP"/>
              <a:t>PPT</a:t>
            </a:r>
            <a:r>
              <a:rPr lang="ja-JP" altLang="en-US"/>
              <a:t>チェックテスト</a:t>
            </a:r>
            <a:endParaRPr lang="en-GB" altLang="en-GB" dirty="0"/>
          </a:p>
        </p:txBody>
      </p:sp>
    </p:spTree>
    <p:extLst>
      <p:ext uri="{BB962C8B-B14F-4D97-AF65-F5344CB8AC3E}">
        <p14:creationId xmlns:p14="http://schemas.microsoft.com/office/powerpoint/2010/main" val="37750937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CB7D6B1E-C3CA-4162-AE49-8581B07F3EEE}"/>
              </a:ext>
            </a:extLst>
          </p:cNvPr>
          <p:cNvSpPr>
            <a:spLocks noGrp="1"/>
          </p:cNvSpPr>
          <p:nvPr>
            <p:ph type="sldNum" sz="quarter" idx="13"/>
          </p:nvPr>
        </p:nvSpPr>
        <p:spPr/>
        <p:txBody>
          <a:bodyPr/>
          <a:lstStyle/>
          <a:p>
            <a:fld id="{AA5FCFE5-FE56-4EF1-80A8-07776887C2A1}" type="slidenum">
              <a:rPr lang="ja-JP" altLang="en-US" smtClean="0"/>
              <a:pPr/>
              <a:t>4</a:t>
            </a:fld>
            <a:endParaRPr lang="ja-JP" altLang="en-US" dirty="0"/>
          </a:p>
        </p:txBody>
      </p:sp>
      <p:sp>
        <p:nvSpPr>
          <p:cNvPr id="8" name="フッター プレースホルダー 7">
            <a:extLst>
              <a:ext uri="{FF2B5EF4-FFF2-40B4-BE49-F238E27FC236}">
                <a16:creationId xmlns:a16="http://schemas.microsoft.com/office/drawing/2014/main" id="{49C383FC-56CD-4CEE-8F61-6FEBF3997742}"/>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a:xfrm>
            <a:off x="415925" y="1008000"/>
            <a:ext cx="4356000" cy="468000"/>
          </a:xfrm>
        </p:spPr>
        <p:txBody>
          <a:bodyPr/>
          <a:lstStyle/>
          <a:p>
            <a:r>
              <a:rPr lang="ja-JP" altLang="en-US" dirty="0">
                <a:sym typeface="+mn-lt"/>
              </a:rPr>
              <a:t>例</a:t>
            </a:r>
          </a:p>
        </p:txBody>
      </p:sp>
      <p:sp>
        <p:nvSpPr>
          <p:cNvPr id="25"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ボックス中の余白を上・左</a:t>
            </a:r>
            <a:r>
              <a:rPr lang="en-US" altLang="ja-JP" dirty="0">
                <a:sym typeface="+mj-lt"/>
              </a:rPr>
              <a:t>1cm</a:t>
            </a:r>
            <a:r>
              <a:rPr lang="ja-JP" altLang="en-US" dirty="0">
                <a:sym typeface="+mj-lt"/>
              </a:rPr>
              <a:t>に設定してください</a:t>
            </a:r>
          </a:p>
        </p:txBody>
      </p:sp>
      <p:sp>
        <p:nvSpPr>
          <p:cNvPr id="35" name="正方形/長方形 34"/>
          <p:cNvSpPr/>
          <p:nvPr/>
        </p:nvSpPr>
        <p:spPr bwMode="gray">
          <a:xfrm>
            <a:off x="5706875" y="2141677"/>
            <a:ext cx="3168000" cy="3456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0" tIns="360000" rIns="360000" bIns="360000" rtlCol="0" anchor="t" anchorCtr="0"/>
          <a:lstStyle/>
          <a:p>
            <a:pPr marL="285750" indent="-285750">
              <a:buFont typeface="Wingdings" pitchFamily="2" charset="2"/>
              <a:buChar char="n"/>
            </a:pPr>
            <a:r>
              <a:rPr kumimoji="1" lang="en-US" altLang="ja-JP" sz="1400" dirty="0">
                <a:solidFill>
                  <a:schemeClr val="tx1"/>
                </a:solidFill>
                <a:sym typeface="+mn-lt"/>
              </a:rPr>
              <a:t>AAA</a:t>
            </a:r>
          </a:p>
          <a:p>
            <a:pPr marL="285750" indent="-285750">
              <a:buFont typeface="Wingdings" pitchFamily="2" charset="2"/>
              <a:buChar char="n"/>
            </a:pPr>
            <a:r>
              <a:rPr lang="en-US" altLang="ja-JP" sz="1400" dirty="0">
                <a:solidFill>
                  <a:schemeClr val="tx1"/>
                </a:solidFill>
                <a:sym typeface="+mn-lt"/>
              </a:rPr>
              <a:t>B</a:t>
            </a:r>
          </a:p>
          <a:p>
            <a:pPr marL="285750" indent="-285750">
              <a:buFont typeface="Wingdings" pitchFamily="2" charset="2"/>
              <a:buChar char="n"/>
            </a:pPr>
            <a:r>
              <a:rPr kumimoji="1" lang="en-US" altLang="ja-JP" sz="1400" dirty="0">
                <a:solidFill>
                  <a:schemeClr val="tx1"/>
                </a:solidFill>
                <a:sym typeface="+mn-lt"/>
              </a:rPr>
              <a:t>CC</a:t>
            </a:r>
            <a:endParaRPr kumimoji="1" lang="ja-JP" altLang="en-US" sz="1400" dirty="0">
              <a:solidFill>
                <a:schemeClr val="tx1"/>
              </a:solidFill>
              <a:sym typeface="+mn-lt"/>
            </a:endParaRPr>
          </a:p>
        </p:txBody>
      </p:sp>
      <p:sp>
        <p:nvSpPr>
          <p:cNvPr id="4" name="角丸四角形 3"/>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kumimoji="1" lang="en-US" altLang="ja-JP" sz="2000" b="1" dirty="0">
                <a:sym typeface="+mn-lt"/>
              </a:rPr>
              <a:t>1</a:t>
            </a:r>
            <a:endParaRPr kumimoji="1" lang="ja-JP" altLang="en-US" sz="2000" b="1" dirty="0">
              <a:sym typeface="+mn-lt"/>
            </a:endParaRPr>
          </a:p>
        </p:txBody>
      </p:sp>
      <p:pic>
        <p:nvPicPr>
          <p:cNvPr id="2" name="図 1">
            <a:extLst>
              <a:ext uri="{FF2B5EF4-FFF2-40B4-BE49-F238E27FC236}">
                <a16:creationId xmlns:a16="http://schemas.microsoft.com/office/drawing/2014/main" id="{D27FED4E-195A-4E4A-9E6C-1763830CC48F}"/>
              </a:ext>
            </a:extLst>
          </p:cNvPr>
          <p:cNvPicPr>
            <a:picLocks noChangeAspect="1"/>
          </p:cNvPicPr>
          <p:nvPr/>
        </p:nvPicPr>
        <p:blipFill>
          <a:blip r:embed="rId6"/>
          <a:stretch>
            <a:fillRect/>
          </a:stretch>
        </p:blipFill>
        <p:spPr>
          <a:xfrm>
            <a:off x="389025" y="1483200"/>
            <a:ext cx="4401693" cy="4840644"/>
          </a:xfrm>
          <a:prstGeom prst="rect">
            <a:avLst/>
          </a:prstGeom>
        </p:spPr>
      </p:pic>
    </p:spTree>
    <p:extLst>
      <p:ext uri="{BB962C8B-B14F-4D97-AF65-F5344CB8AC3E}">
        <p14:creationId xmlns:p14="http://schemas.microsoft.com/office/powerpoint/2010/main" val="1166492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6D521898-34AD-41A5-B9A1-4405D5045F0B}"/>
              </a:ext>
            </a:extLst>
          </p:cNvPr>
          <p:cNvSpPr>
            <a:spLocks noGrp="1"/>
          </p:cNvSpPr>
          <p:nvPr>
            <p:ph type="sldNum" sz="quarter" idx="13"/>
          </p:nvPr>
        </p:nvSpPr>
        <p:spPr/>
        <p:txBody>
          <a:bodyPr/>
          <a:lstStyle/>
          <a:p>
            <a:fld id="{A3EB1B23-9AF8-425B-BAD7-B9FA00F18833}" type="slidenum">
              <a:rPr lang="ja-JP" altLang="en-US" smtClean="0"/>
              <a:pPr/>
              <a:t>5</a:t>
            </a:fld>
            <a:endParaRPr lang="ja-JP" altLang="en-US" dirty="0"/>
          </a:p>
        </p:txBody>
      </p:sp>
      <p:sp>
        <p:nvSpPr>
          <p:cNvPr id="8" name="フッター プレースホルダー 7">
            <a:extLst>
              <a:ext uri="{FF2B5EF4-FFF2-40B4-BE49-F238E27FC236}">
                <a16:creationId xmlns:a16="http://schemas.microsoft.com/office/drawing/2014/main" id="{E75B3300-71F3-4B30-8FB9-94827686676A}"/>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3"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34"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a:sym typeface="+mj-lt"/>
              </a:rPr>
              <a:t>ボックス中のテキストを上詰め、左寄せにしてください</a:t>
            </a:r>
            <a:endParaRPr lang="ja-JP" altLang="en-US" dirty="0">
              <a:sym typeface="+mj-lt"/>
            </a:endParaRPr>
          </a:p>
        </p:txBody>
      </p:sp>
      <p:grpSp>
        <p:nvGrpSpPr>
          <p:cNvPr id="9" name="グループ化 8"/>
          <p:cNvGrpSpPr/>
          <p:nvPr/>
        </p:nvGrpSpPr>
        <p:grpSpPr>
          <a:xfrm>
            <a:off x="5495737" y="1927927"/>
            <a:ext cx="3590276" cy="3937185"/>
            <a:chOff x="5495737" y="1927927"/>
            <a:chExt cx="3590276" cy="3937185"/>
          </a:xfrm>
        </p:grpSpPr>
        <p:sp>
          <p:nvSpPr>
            <p:cNvPr id="35" name="正方形/長方形 34"/>
            <p:cNvSpPr/>
            <p:nvPr/>
          </p:nvSpPr>
          <p:spPr bwMode="gray">
            <a:xfrm>
              <a:off x="5495737" y="1927927"/>
              <a:ext cx="3590276" cy="121079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kumimoji="1" lang="en-US" altLang="ja-JP" sz="1400" dirty="0">
                  <a:solidFill>
                    <a:schemeClr val="tx1"/>
                  </a:solidFill>
                  <a:sym typeface="+mn-lt"/>
                </a:rPr>
                <a:t>AAA</a:t>
              </a:r>
            </a:p>
            <a:p>
              <a:pPr marL="285750" indent="-285750">
                <a:buFont typeface="Wingdings" pitchFamily="2" charset="2"/>
                <a:buChar char="n"/>
              </a:pPr>
              <a:r>
                <a:rPr lang="en-US" altLang="ja-JP" sz="1400" dirty="0">
                  <a:solidFill>
                    <a:schemeClr val="tx1"/>
                  </a:solidFill>
                  <a:sym typeface="+mn-lt"/>
                </a:rPr>
                <a:t>B</a:t>
              </a:r>
            </a:p>
            <a:p>
              <a:pPr marL="285750" indent="-285750">
                <a:buFont typeface="Wingdings" pitchFamily="2" charset="2"/>
                <a:buChar char="n"/>
              </a:pPr>
              <a:r>
                <a:rPr kumimoji="1" lang="en-US" altLang="ja-JP" sz="1400" dirty="0">
                  <a:solidFill>
                    <a:schemeClr val="tx1"/>
                  </a:solidFill>
                  <a:sym typeface="+mn-lt"/>
                </a:rPr>
                <a:t>CC</a:t>
              </a:r>
              <a:endParaRPr kumimoji="1" lang="ja-JP" altLang="en-US" sz="1400" dirty="0">
                <a:solidFill>
                  <a:schemeClr val="tx1"/>
                </a:solidFill>
                <a:sym typeface="+mn-lt"/>
              </a:endParaRPr>
            </a:p>
          </p:txBody>
        </p:sp>
        <p:sp>
          <p:nvSpPr>
            <p:cNvPr id="36" name="正方形/長方形 35"/>
            <p:cNvSpPr/>
            <p:nvPr/>
          </p:nvSpPr>
          <p:spPr bwMode="gray">
            <a:xfrm>
              <a:off x="5495737" y="3291122"/>
              <a:ext cx="3590276" cy="121079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lang="en-US" altLang="ja-JP" sz="1400" dirty="0">
                  <a:solidFill>
                    <a:schemeClr val="tx1"/>
                  </a:solidFill>
                  <a:sym typeface="+mn-lt"/>
                </a:rPr>
                <a:t>DDD</a:t>
              </a:r>
            </a:p>
            <a:p>
              <a:pPr marL="285750" indent="-285750">
                <a:buFont typeface="Wingdings" pitchFamily="2" charset="2"/>
                <a:buChar char="n"/>
              </a:pPr>
              <a:r>
                <a:rPr lang="en-US" altLang="ja-JP" sz="1400" dirty="0">
                  <a:solidFill>
                    <a:schemeClr val="tx1"/>
                  </a:solidFill>
                  <a:sym typeface="+mn-lt"/>
                </a:rPr>
                <a:t>E</a:t>
              </a:r>
            </a:p>
            <a:p>
              <a:pPr marL="285750" indent="-285750">
                <a:buFont typeface="Wingdings" pitchFamily="2" charset="2"/>
                <a:buChar char="n"/>
              </a:pPr>
              <a:r>
                <a:rPr lang="en-US" altLang="ja-JP" sz="1400" dirty="0">
                  <a:solidFill>
                    <a:schemeClr val="tx1"/>
                  </a:solidFill>
                  <a:sym typeface="+mn-lt"/>
                </a:rPr>
                <a:t>FF</a:t>
              </a:r>
              <a:endParaRPr kumimoji="1" lang="ja-JP" altLang="en-US" sz="1400" dirty="0">
                <a:solidFill>
                  <a:schemeClr val="tx1"/>
                </a:solidFill>
                <a:sym typeface="+mn-lt"/>
              </a:endParaRPr>
            </a:p>
          </p:txBody>
        </p:sp>
        <p:sp>
          <p:nvSpPr>
            <p:cNvPr id="37" name="正方形/長方形 36"/>
            <p:cNvSpPr/>
            <p:nvPr/>
          </p:nvSpPr>
          <p:spPr bwMode="gray">
            <a:xfrm>
              <a:off x="5495737" y="4654317"/>
              <a:ext cx="3590276" cy="121079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kumimoji="1" lang="en-US" altLang="ja-JP" sz="1400" dirty="0">
                  <a:solidFill>
                    <a:schemeClr val="tx1"/>
                  </a:solidFill>
                  <a:sym typeface="+mn-lt"/>
                </a:rPr>
                <a:t>GGG</a:t>
              </a:r>
            </a:p>
            <a:p>
              <a:pPr marL="285750" indent="-285750">
                <a:buFont typeface="Wingdings" pitchFamily="2" charset="2"/>
                <a:buChar char="n"/>
              </a:pPr>
              <a:r>
                <a:rPr lang="en-US" altLang="ja-JP" sz="1400" dirty="0">
                  <a:solidFill>
                    <a:schemeClr val="tx1"/>
                  </a:solidFill>
                  <a:sym typeface="+mn-lt"/>
                </a:rPr>
                <a:t>H</a:t>
              </a:r>
            </a:p>
            <a:p>
              <a:pPr marL="285750" indent="-285750">
                <a:buFont typeface="Wingdings" pitchFamily="2" charset="2"/>
                <a:buChar char="n"/>
              </a:pPr>
              <a:r>
                <a:rPr lang="en-US" altLang="ja-JP" sz="1400" dirty="0">
                  <a:solidFill>
                    <a:schemeClr val="tx1"/>
                  </a:solidFill>
                  <a:sym typeface="+mn-lt"/>
                </a:rPr>
                <a:t>II</a:t>
              </a:r>
              <a:endParaRPr kumimoji="1" lang="ja-JP" altLang="en-US" sz="1400" dirty="0">
                <a:solidFill>
                  <a:schemeClr val="tx1"/>
                </a:solidFill>
                <a:sym typeface="+mn-lt"/>
              </a:endParaRPr>
            </a:p>
          </p:txBody>
        </p:sp>
      </p:grpSp>
      <p:sp>
        <p:nvSpPr>
          <p:cNvPr id="20" name="角丸四角形 19"/>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a:t>
            </a:r>
            <a:endParaRPr kumimoji="1" lang="ja-JP" altLang="en-US" sz="2000" b="1" dirty="0">
              <a:sym typeface="+mn-lt"/>
            </a:endParaRPr>
          </a:p>
        </p:txBody>
      </p:sp>
      <p:pic>
        <p:nvPicPr>
          <p:cNvPr id="2" name="図 1">
            <a:extLst>
              <a:ext uri="{FF2B5EF4-FFF2-40B4-BE49-F238E27FC236}">
                <a16:creationId xmlns:a16="http://schemas.microsoft.com/office/drawing/2014/main" id="{D4C37F0D-BD75-42CF-BE70-CF3957323635}"/>
              </a:ext>
            </a:extLst>
          </p:cNvPr>
          <p:cNvPicPr>
            <a:picLocks noChangeAspect="1"/>
          </p:cNvPicPr>
          <p:nvPr/>
        </p:nvPicPr>
        <p:blipFill>
          <a:blip r:embed="rId6"/>
          <a:stretch>
            <a:fillRect/>
          </a:stretch>
        </p:blipFill>
        <p:spPr>
          <a:xfrm>
            <a:off x="417600" y="1483200"/>
            <a:ext cx="4371211" cy="4840644"/>
          </a:xfrm>
          <a:prstGeom prst="rect">
            <a:avLst/>
          </a:prstGeom>
        </p:spPr>
      </p:pic>
    </p:spTree>
    <p:extLst>
      <p:ext uri="{BB962C8B-B14F-4D97-AF65-F5344CB8AC3E}">
        <p14:creationId xmlns:p14="http://schemas.microsoft.com/office/powerpoint/2010/main" val="41589801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9" name="正方形/長方形 8" hidden="1"/>
          <p:cNvSpPr/>
          <p:nvPr>
            <p:custDataLst>
              <p:tags r:id="rId2"/>
            </p:custDataLst>
          </p:nvPr>
        </p:nvSpPr>
        <p:spPr bwMode="gray">
          <a:xfrm>
            <a:off x="0" y="0"/>
            <a:ext cx="158750" cy="158750"/>
          </a:xfrm>
          <a:prstGeom prst="rect">
            <a:avLst/>
          </a:prstGeom>
          <a:solidFill>
            <a:srgbClr val="C8CDD2"/>
          </a:solidFill>
          <a:ln w="12700" algn="ctr">
            <a:solidFill>
              <a:srgbClr val="C8CDD2"/>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en-US" altLang="ja-JP" sz="2000" b="1" u="none" strike="noStrike" kern="1200" cap="none" spc="0" normalizeH="0" noProof="0" dirty="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6" name="スライド番号プレースホルダー 5">
            <a:extLst>
              <a:ext uri="{FF2B5EF4-FFF2-40B4-BE49-F238E27FC236}">
                <a16:creationId xmlns:a16="http://schemas.microsoft.com/office/drawing/2014/main" id="{05175EE4-8424-4A3F-8725-E14C20089108}"/>
              </a:ext>
            </a:extLst>
          </p:cNvPr>
          <p:cNvSpPr>
            <a:spLocks noGrp="1"/>
          </p:cNvSpPr>
          <p:nvPr>
            <p:ph type="sldNum" sz="quarter" idx="13"/>
          </p:nvPr>
        </p:nvSpPr>
        <p:spPr/>
        <p:txBody>
          <a:bodyPr/>
          <a:lstStyle/>
          <a:p>
            <a:fld id="{A3EB1B23-9AF8-425B-BAD7-B9FA00F18833}" type="slidenum">
              <a:rPr lang="ja-JP" altLang="en-US" smtClean="0"/>
              <a:pPr/>
              <a:t>6</a:t>
            </a:fld>
            <a:endParaRPr lang="ja-JP" altLang="en-US" dirty="0"/>
          </a:p>
        </p:txBody>
      </p:sp>
      <p:sp>
        <p:nvSpPr>
          <p:cNvPr id="8" name="フッター プレースホルダー 7">
            <a:extLst>
              <a:ext uri="{FF2B5EF4-FFF2-40B4-BE49-F238E27FC236}">
                <a16:creationId xmlns:a16="http://schemas.microsoft.com/office/drawing/2014/main" id="{5B9CD9F4-E6F3-4A5D-8200-08D58E448A6E}"/>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8"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39"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段落の間隔をそれぞれ「段落前</a:t>
            </a:r>
            <a:r>
              <a:rPr lang="en-US" altLang="ja-JP" dirty="0">
                <a:sym typeface="+mj-lt"/>
              </a:rPr>
              <a:t>12pt, 6pt</a:t>
            </a:r>
            <a:r>
              <a:rPr lang="ja-JP" altLang="en-US" dirty="0">
                <a:sym typeface="+mj-lt"/>
              </a:rPr>
              <a:t>」に設定してください</a:t>
            </a:r>
          </a:p>
        </p:txBody>
      </p:sp>
      <p:grpSp>
        <p:nvGrpSpPr>
          <p:cNvPr id="10" name="グループ化 9"/>
          <p:cNvGrpSpPr/>
          <p:nvPr/>
        </p:nvGrpSpPr>
        <p:grpSpPr>
          <a:xfrm>
            <a:off x="5809100" y="1951676"/>
            <a:ext cx="2952000" cy="3457820"/>
            <a:chOff x="5809100" y="1951676"/>
            <a:chExt cx="2952000" cy="3457820"/>
          </a:xfrm>
        </p:grpSpPr>
        <p:sp>
          <p:nvSpPr>
            <p:cNvPr id="35" name="正方形/長方形 34"/>
            <p:cNvSpPr/>
            <p:nvPr/>
          </p:nvSpPr>
          <p:spPr bwMode="gray">
            <a:xfrm>
              <a:off x="5809100" y="1951676"/>
              <a:ext cx="2952000" cy="1584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spcBef>
                  <a:spcPts val="1200"/>
                </a:spcBef>
                <a:buFont typeface="Wingdings" pitchFamily="2" charset="2"/>
                <a:buChar char="n"/>
              </a:pPr>
              <a:r>
                <a:rPr kumimoji="1" lang="en-US" altLang="ja-JP" sz="1400" dirty="0">
                  <a:solidFill>
                    <a:schemeClr val="tx1"/>
                  </a:solidFill>
                  <a:sym typeface="+mn-lt"/>
                </a:rPr>
                <a:t>AAA</a:t>
              </a:r>
            </a:p>
            <a:p>
              <a:pPr marL="285750" indent="-285750">
                <a:spcBef>
                  <a:spcPts val="1200"/>
                </a:spcBef>
                <a:buFont typeface="Wingdings" pitchFamily="2" charset="2"/>
                <a:buChar char="n"/>
              </a:pPr>
              <a:r>
                <a:rPr lang="en-US" altLang="ja-JP" sz="1400" dirty="0">
                  <a:solidFill>
                    <a:schemeClr val="tx1"/>
                  </a:solidFill>
                  <a:sym typeface="+mn-lt"/>
                </a:rPr>
                <a:t>B</a:t>
              </a:r>
            </a:p>
            <a:p>
              <a:pPr marL="285750" indent="-285750">
                <a:spcBef>
                  <a:spcPts val="1200"/>
                </a:spcBef>
                <a:buFont typeface="Wingdings" pitchFamily="2" charset="2"/>
                <a:buChar char="n"/>
              </a:pPr>
              <a:r>
                <a:rPr kumimoji="1" lang="en-US" altLang="ja-JP" sz="1400" dirty="0">
                  <a:solidFill>
                    <a:schemeClr val="tx1"/>
                  </a:solidFill>
                  <a:sym typeface="+mn-lt"/>
                </a:rPr>
                <a:t>CC</a:t>
              </a:r>
              <a:endParaRPr kumimoji="1" lang="ja-JP" altLang="en-US" sz="1400" dirty="0">
                <a:solidFill>
                  <a:schemeClr val="tx1"/>
                </a:solidFill>
                <a:sym typeface="+mn-lt"/>
              </a:endParaRPr>
            </a:p>
          </p:txBody>
        </p:sp>
        <p:sp>
          <p:nvSpPr>
            <p:cNvPr id="36" name="正方形/長方形 35"/>
            <p:cNvSpPr/>
            <p:nvPr/>
          </p:nvSpPr>
          <p:spPr bwMode="gray">
            <a:xfrm>
              <a:off x="5809100" y="3825496"/>
              <a:ext cx="2952000" cy="1584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spcBef>
                  <a:spcPts val="600"/>
                </a:spcBef>
                <a:buFont typeface="Wingdings" pitchFamily="2" charset="2"/>
                <a:buChar char="n"/>
              </a:pPr>
              <a:r>
                <a:rPr lang="en-US" altLang="ja-JP" sz="1400" dirty="0">
                  <a:solidFill>
                    <a:schemeClr val="tx1"/>
                  </a:solidFill>
                  <a:sym typeface="+mn-lt"/>
                </a:rPr>
                <a:t>DDD</a:t>
              </a:r>
            </a:p>
            <a:p>
              <a:pPr marL="285750" indent="-285750">
                <a:spcBef>
                  <a:spcPts val="600"/>
                </a:spcBef>
                <a:buFont typeface="Wingdings" pitchFamily="2" charset="2"/>
                <a:buChar char="n"/>
              </a:pPr>
              <a:r>
                <a:rPr lang="en-US" altLang="ja-JP" sz="1400" dirty="0">
                  <a:solidFill>
                    <a:schemeClr val="tx1"/>
                  </a:solidFill>
                  <a:sym typeface="+mn-lt"/>
                </a:rPr>
                <a:t>E</a:t>
              </a:r>
            </a:p>
            <a:p>
              <a:pPr marL="285750" indent="-285750">
                <a:spcBef>
                  <a:spcPts val="600"/>
                </a:spcBef>
                <a:buFont typeface="Wingdings" pitchFamily="2" charset="2"/>
                <a:buChar char="n"/>
              </a:pPr>
              <a:r>
                <a:rPr lang="en-US" altLang="ja-JP" sz="1400" dirty="0">
                  <a:solidFill>
                    <a:schemeClr val="tx1"/>
                  </a:solidFill>
                  <a:sym typeface="+mn-lt"/>
                </a:rPr>
                <a:t>FF</a:t>
              </a:r>
              <a:endParaRPr kumimoji="1" lang="ja-JP" altLang="en-US" sz="1400" dirty="0">
                <a:solidFill>
                  <a:schemeClr val="tx1"/>
                </a:solidFill>
                <a:sym typeface="+mn-lt"/>
              </a:endParaRPr>
            </a:p>
          </p:txBody>
        </p:sp>
      </p:grpSp>
      <p:sp>
        <p:nvSpPr>
          <p:cNvPr id="33" name="角丸四角形 32"/>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3</a:t>
            </a:r>
            <a:endParaRPr kumimoji="1" lang="ja-JP" altLang="en-US" sz="2000" b="1" dirty="0">
              <a:sym typeface="+mn-lt"/>
            </a:endParaRPr>
          </a:p>
        </p:txBody>
      </p:sp>
      <p:pic>
        <p:nvPicPr>
          <p:cNvPr id="2" name="図 1">
            <a:extLst>
              <a:ext uri="{FF2B5EF4-FFF2-40B4-BE49-F238E27FC236}">
                <a16:creationId xmlns:a16="http://schemas.microsoft.com/office/drawing/2014/main" id="{70F2ECE8-9901-4BE9-B0B4-BD9628461B01}"/>
              </a:ext>
            </a:extLst>
          </p:cNvPr>
          <p:cNvPicPr>
            <a:picLocks noChangeAspect="1"/>
          </p:cNvPicPr>
          <p:nvPr/>
        </p:nvPicPr>
        <p:blipFill>
          <a:blip r:embed="rId7"/>
          <a:stretch>
            <a:fillRect/>
          </a:stretch>
        </p:blipFill>
        <p:spPr>
          <a:xfrm>
            <a:off x="353615" y="1483200"/>
            <a:ext cx="4432176" cy="4871126"/>
          </a:xfrm>
          <a:prstGeom prst="rect">
            <a:avLst/>
          </a:prstGeom>
        </p:spPr>
      </p:pic>
    </p:spTree>
    <p:extLst>
      <p:ext uri="{BB962C8B-B14F-4D97-AF65-F5344CB8AC3E}">
        <p14:creationId xmlns:p14="http://schemas.microsoft.com/office/powerpoint/2010/main" val="4376142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正方形/長方形 9" hidden="1"/>
          <p:cNvSpPr/>
          <p:nvPr>
            <p:custDataLst>
              <p:tags r:id="rId2"/>
            </p:custDataLst>
          </p:nvPr>
        </p:nvSpPr>
        <p:spPr bwMode="gray">
          <a:xfrm>
            <a:off x="0" y="0"/>
            <a:ext cx="158750" cy="158750"/>
          </a:xfrm>
          <a:prstGeom prst="rect">
            <a:avLst/>
          </a:prstGeom>
          <a:solidFill>
            <a:srgbClr val="C8CDD2"/>
          </a:solidFill>
          <a:ln w="12700" algn="ctr">
            <a:solidFill>
              <a:srgbClr val="C8CDD2"/>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en-US" altLang="ja-JP" sz="2000" b="1" u="none" strike="noStrike" kern="1200" cap="none" spc="0" normalizeH="0" noProof="0" dirty="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6" name="スライド番号プレースホルダー 5">
            <a:extLst>
              <a:ext uri="{FF2B5EF4-FFF2-40B4-BE49-F238E27FC236}">
                <a16:creationId xmlns:a16="http://schemas.microsoft.com/office/drawing/2014/main" id="{3B7578AE-E326-473C-82B6-857F12DD5C1D}"/>
              </a:ext>
            </a:extLst>
          </p:cNvPr>
          <p:cNvSpPr>
            <a:spLocks noGrp="1"/>
          </p:cNvSpPr>
          <p:nvPr>
            <p:ph type="sldNum" sz="quarter" idx="13"/>
          </p:nvPr>
        </p:nvSpPr>
        <p:spPr/>
        <p:txBody>
          <a:bodyPr/>
          <a:lstStyle/>
          <a:p>
            <a:fld id="{A3EB1B23-9AF8-425B-BAD7-B9FA00F18833}" type="slidenum">
              <a:rPr lang="ja-JP" altLang="en-US" smtClean="0"/>
              <a:pPr/>
              <a:t>7</a:t>
            </a:fld>
            <a:endParaRPr lang="ja-JP" altLang="en-US" dirty="0"/>
          </a:p>
        </p:txBody>
      </p:sp>
      <p:sp>
        <p:nvSpPr>
          <p:cNvPr id="7" name="フッター プレースホルダー 6">
            <a:extLst>
              <a:ext uri="{FF2B5EF4-FFF2-40B4-BE49-F238E27FC236}">
                <a16:creationId xmlns:a16="http://schemas.microsoft.com/office/drawing/2014/main" id="{9D5DDE6F-19BA-43C2-906C-A5C94C038F32}"/>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1"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22"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文字サイズを「</a:t>
            </a:r>
            <a:r>
              <a:rPr lang="en-US" altLang="ja-JP" dirty="0">
                <a:sym typeface="+mj-lt"/>
              </a:rPr>
              <a:t>14pt</a:t>
            </a:r>
            <a:r>
              <a:rPr lang="ja-JP" altLang="en-US" dirty="0">
                <a:sym typeface="+mj-lt"/>
              </a:rPr>
              <a:t>」、フォントを「</a:t>
            </a:r>
            <a:r>
              <a:rPr lang="en-US" altLang="ja-JP" dirty="0">
                <a:sym typeface="+mj-lt"/>
              </a:rPr>
              <a:t>Calibri Light </a:t>
            </a:r>
            <a:r>
              <a:rPr lang="ja-JP" altLang="en-US" dirty="0">
                <a:sym typeface="+mj-lt"/>
              </a:rPr>
              <a:t>本文」に変更してください</a:t>
            </a:r>
          </a:p>
        </p:txBody>
      </p:sp>
      <p:sp>
        <p:nvSpPr>
          <p:cNvPr id="17" name="角丸四角形 16"/>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4</a:t>
            </a:r>
            <a:endParaRPr kumimoji="1" lang="ja-JP" altLang="en-US" sz="2000" b="1" dirty="0">
              <a:sym typeface="+mn-lt"/>
            </a:endParaRPr>
          </a:p>
        </p:txBody>
      </p:sp>
      <p:sp>
        <p:nvSpPr>
          <p:cNvPr id="18" name="正方形/長方形 17"/>
          <p:cNvSpPr/>
          <p:nvPr/>
        </p:nvSpPr>
        <p:spPr bwMode="gray">
          <a:xfrm>
            <a:off x="5288400" y="1638000"/>
            <a:ext cx="4042800" cy="4518000"/>
          </a:xfrm>
          <a:prstGeom prst="rect">
            <a:avLst/>
          </a:prstGeom>
          <a:noFill/>
          <a:ln w="12700">
            <a:solidFill>
              <a:srgbClr val="7A829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buFont typeface="Wingdings" pitchFamily="2" charset="2"/>
              <a:buChar char="n"/>
            </a:pPr>
            <a:r>
              <a:rPr lang="en-US" altLang="ja-JP" sz="1400" dirty="0">
                <a:solidFill>
                  <a:schemeClr val="tx1"/>
                </a:solidFill>
                <a:sym typeface="+mn-lt"/>
              </a:rPr>
              <a:t>AAA</a:t>
            </a:r>
            <a:endParaRPr kumimoji="1" lang="en-US" altLang="ja-JP" sz="1400" dirty="0">
              <a:solidFill>
                <a:schemeClr val="tx1"/>
              </a:solidFill>
              <a:sym typeface="+mn-lt"/>
            </a:endParaRPr>
          </a:p>
          <a:p>
            <a:pPr marL="285750" indent="-285750">
              <a:buFont typeface="Wingdings" pitchFamily="2" charset="2"/>
              <a:buChar char="n"/>
            </a:pPr>
            <a:r>
              <a:rPr lang="en-US" altLang="ja-JP" sz="1400" dirty="0">
                <a:solidFill>
                  <a:schemeClr val="tx1"/>
                </a:solidFill>
                <a:sym typeface="+mn-lt"/>
              </a:rPr>
              <a:t>BBB</a:t>
            </a:r>
          </a:p>
          <a:p>
            <a:pPr marL="285750" indent="-285750">
              <a:buFont typeface="Wingdings" pitchFamily="2" charset="2"/>
              <a:buChar char="n"/>
            </a:pPr>
            <a:r>
              <a:rPr lang="en-US" altLang="ja-JP" sz="1400" dirty="0">
                <a:solidFill>
                  <a:schemeClr val="tx1"/>
                </a:solidFill>
                <a:sym typeface="+mn-lt"/>
              </a:rPr>
              <a:t>CCC</a:t>
            </a:r>
          </a:p>
          <a:p>
            <a:pPr marL="285750" indent="-285750">
              <a:buFont typeface="Wingdings" pitchFamily="2" charset="2"/>
              <a:buChar char="n"/>
            </a:pPr>
            <a:r>
              <a:rPr lang="en-US" altLang="ja-JP" sz="1400" dirty="0">
                <a:solidFill>
                  <a:schemeClr val="tx1"/>
                </a:solidFill>
                <a:sym typeface="+mn-lt"/>
              </a:rPr>
              <a:t>DDD</a:t>
            </a:r>
          </a:p>
          <a:p>
            <a:pPr marL="285750" indent="-285750">
              <a:buFont typeface="Wingdings" pitchFamily="2" charset="2"/>
              <a:buChar char="n"/>
            </a:pPr>
            <a:r>
              <a:rPr lang="en-US" altLang="ja-JP" sz="1400" dirty="0">
                <a:solidFill>
                  <a:schemeClr val="tx1"/>
                </a:solidFill>
                <a:sym typeface="+mn-lt"/>
              </a:rPr>
              <a:t>EEE</a:t>
            </a:r>
          </a:p>
          <a:p>
            <a:pPr marL="285750" indent="-285750">
              <a:buFont typeface="Wingdings" pitchFamily="2" charset="2"/>
              <a:buChar char="n"/>
            </a:pPr>
            <a:r>
              <a:rPr lang="en-US" altLang="ja-JP" sz="1400" dirty="0">
                <a:solidFill>
                  <a:schemeClr val="tx1"/>
                </a:solidFill>
                <a:sym typeface="+mn-lt"/>
              </a:rPr>
              <a:t>FFF</a:t>
            </a:r>
            <a:endParaRPr lang="ja-JP" altLang="en-US" sz="1400" dirty="0">
              <a:solidFill>
                <a:schemeClr val="tx1"/>
              </a:solidFill>
              <a:sym typeface="+mn-lt"/>
            </a:endParaRPr>
          </a:p>
          <a:p>
            <a:pPr marL="285750" indent="-285750">
              <a:buFont typeface="Wingdings" pitchFamily="2" charset="2"/>
              <a:buChar char="n"/>
            </a:pPr>
            <a:r>
              <a:rPr lang="en-US" altLang="ja-JP" sz="1400" dirty="0">
                <a:solidFill>
                  <a:schemeClr val="tx1"/>
                </a:solidFill>
                <a:sym typeface="+mn-lt"/>
              </a:rPr>
              <a:t>GGG</a:t>
            </a:r>
          </a:p>
          <a:p>
            <a:pPr marL="285750" indent="-285750">
              <a:buFont typeface="Wingdings" pitchFamily="2" charset="2"/>
              <a:buChar char="n"/>
            </a:pPr>
            <a:r>
              <a:rPr lang="en-US" altLang="ja-JP" sz="1400" dirty="0">
                <a:solidFill>
                  <a:schemeClr val="tx1"/>
                </a:solidFill>
                <a:sym typeface="+mn-lt"/>
              </a:rPr>
              <a:t>HHH</a:t>
            </a:r>
          </a:p>
          <a:p>
            <a:pPr marL="285750" indent="-285750">
              <a:buFont typeface="Wingdings" pitchFamily="2" charset="2"/>
              <a:buChar char="n"/>
            </a:pPr>
            <a:r>
              <a:rPr lang="en-US" altLang="ja-JP" sz="1400" dirty="0">
                <a:solidFill>
                  <a:schemeClr val="tx1"/>
                </a:solidFill>
                <a:sym typeface="+mn-lt"/>
              </a:rPr>
              <a:t>JJJ</a:t>
            </a:r>
            <a:endParaRPr lang="ja-JP" altLang="en-US" sz="1400" dirty="0">
              <a:solidFill>
                <a:schemeClr val="tx1"/>
              </a:solidFill>
              <a:sym typeface="+mn-lt"/>
            </a:endParaRPr>
          </a:p>
          <a:p>
            <a:pPr marL="285750" indent="-285750">
              <a:buFont typeface="Wingdings" pitchFamily="2" charset="2"/>
              <a:buChar char="n"/>
            </a:pPr>
            <a:r>
              <a:rPr lang="en-US" altLang="ja-JP" sz="1400" dirty="0">
                <a:solidFill>
                  <a:schemeClr val="tx1"/>
                </a:solidFill>
                <a:sym typeface="+mn-lt"/>
              </a:rPr>
              <a:t>KKK</a:t>
            </a:r>
          </a:p>
          <a:p>
            <a:pPr marL="285750" indent="-285750">
              <a:buFont typeface="Wingdings" pitchFamily="2" charset="2"/>
              <a:buChar char="n"/>
            </a:pPr>
            <a:r>
              <a:rPr lang="en-US" altLang="ja-JP" sz="1400" dirty="0">
                <a:solidFill>
                  <a:schemeClr val="tx1"/>
                </a:solidFill>
                <a:sym typeface="+mn-lt"/>
              </a:rPr>
              <a:t>LLL</a:t>
            </a:r>
          </a:p>
          <a:p>
            <a:pPr marL="285750" indent="-285750">
              <a:buFont typeface="Wingdings" pitchFamily="2" charset="2"/>
              <a:buChar char="n"/>
            </a:pPr>
            <a:r>
              <a:rPr lang="en-US" altLang="ja-JP" sz="1400" dirty="0">
                <a:solidFill>
                  <a:schemeClr val="tx1"/>
                </a:solidFill>
                <a:sym typeface="+mn-lt"/>
              </a:rPr>
              <a:t>MMM</a:t>
            </a:r>
            <a:endParaRPr lang="ja-JP" altLang="en-US" sz="1400" dirty="0">
              <a:solidFill>
                <a:schemeClr val="tx1"/>
              </a:solidFill>
              <a:sym typeface="+mn-lt"/>
            </a:endParaRPr>
          </a:p>
          <a:p>
            <a:pPr marL="285750" indent="-285750">
              <a:buFont typeface="Wingdings" pitchFamily="2" charset="2"/>
              <a:buChar char="n"/>
            </a:pPr>
            <a:r>
              <a:rPr lang="en-US" altLang="ja-JP" sz="1400" dirty="0">
                <a:solidFill>
                  <a:schemeClr val="tx1"/>
                </a:solidFill>
                <a:sym typeface="+mn-lt"/>
              </a:rPr>
              <a:t>NNN</a:t>
            </a:r>
          </a:p>
          <a:p>
            <a:pPr marL="285750" indent="-285750">
              <a:buFont typeface="Wingdings" pitchFamily="2" charset="2"/>
              <a:buChar char="n"/>
            </a:pPr>
            <a:r>
              <a:rPr lang="en-US" altLang="ja-JP" sz="1400" dirty="0">
                <a:solidFill>
                  <a:schemeClr val="tx1"/>
                </a:solidFill>
                <a:sym typeface="+mn-lt"/>
              </a:rPr>
              <a:t>OOO</a:t>
            </a:r>
          </a:p>
          <a:p>
            <a:pPr marL="285750" indent="-285750">
              <a:buFont typeface="Wingdings" pitchFamily="2" charset="2"/>
              <a:buChar char="n"/>
            </a:pPr>
            <a:r>
              <a:rPr lang="en-US" altLang="ja-JP" sz="1400" dirty="0" err="1">
                <a:solidFill>
                  <a:schemeClr val="tx1"/>
                </a:solidFill>
                <a:sym typeface="+mn-lt"/>
              </a:rPr>
              <a:t>PPPc</a:t>
            </a:r>
            <a:endParaRPr lang="ja-JP" altLang="en-US" sz="1400" dirty="0">
              <a:solidFill>
                <a:schemeClr val="tx1"/>
              </a:solidFill>
              <a:sym typeface="+mn-lt"/>
            </a:endParaRPr>
          </a:p>
        </p:txBody>
      </p:sp>
      <p:pic>
        <p:nvPicPr>
          <p:cNvPr id="5" name="図 4">
            <a:extLst>
              <a:ext uri="{FF2B5EF4-FFF2-40B4-BE49-F238E27FC236}">
                <a16:creationId xmlns:a16="http://schemas.microsoft.com/office/drawing/2014/main" id="{06BE382B-5A1F-4705-9399-FCBDECCB3BD9}"/>
              </a:ext>
            </a:extLst>
          </p:cNvPr>
          <p:cNvPicPr>
            <a:picLocks noChangeAspect="1"/>
          </p:cNvPicPr>
          <p:nvPr/>
        </p:nvPicPr>
        <p:blipFill>
          <a:blip r:embed="rId7"/>
          <a:stretch>
            <a:fillRect/>
          </a:stretch>
        </p:blipFill>
        <p:spPr>
          <a:xfrm>
            <a:off x="408680" y="1483200"/>
            <a:ext cx="4365114" cy="4840644"/>
          </a:xfrm>
          <a:prstGeom prst="rect">
            <a:avLst/>
          </a:prstGeom>
        </p:spPr>
      </p:pic>
    </p:spTree>
    <p:extLst>
      <p:ext uri="{BB962C8B-B14F-4D97-AF65-F5344CB8AC3E}">
        <p14:creationId xmlns:p14="http://schemas.microsoft.com/office/powerpoint/2010/main" val="19807092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extLst>
              <p:ext uri="{D42A27DB-BD31-4B8C-83A1-F6EECF244321}">
                <p14:modId xmlns:p14="http://schemas.microsoft.com/office/powerpoint/2010/main" val="190802494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D45B4F1E-19EE-4461-8DD5-682B32C39047}"/>
              </a:ext>
            </a:extLst>
          </p:cNvPr>
          <p:cNvSpPr>
            <a:spLocks noGrp="1"/>
          </p:cNvSpPr>
          <p:nvPr>
            <p:ph type="sldNum" sz="quarter" idx="13"/>
          </p:nvPr>
        </p:nvSpPr>
        <p:spPr/>
        <p:txBody>
          <a:bodyPr/>
          <a:lstStyle/>
          <a:p>
            <a:fld id="{A3EB1B23-9AF8-425B-BAD7-B9FA00F18833}" type="slidenum">
              <a:rPr lang="ja-JP" altLang="en-US" smtClean="0"/>
              <a:pPr/>
              <a:t>8</a:t>
            </a:fld>
            <a:endParaRPr lang="ja-JP" altLang="en-US" dirty="0"/>
          </a:p>
        </p:txBody>
      </p:sp>
      <p:sp>
        <p:nvSpPr>
          <p:cNvPr id="8" name="フッター プレースホルダー 7">
            <a:extLst>
              <a:ext uri="{FF2B5EF4-FFF2-40B4-BE49-F238E27FC236}">
                <a16:creationId xmlns:a16="http://schemas.microsoft.com/office/drawing/2014/main" id="{12D32C03-DA4E-42E6-9E8D-EAEAEC19DAB8}"/>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2"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23"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箇条書きの行頭および階層を変更してください（インデントマーカーで設定すること）</a:t>
            </a:r>
          </a:p>
        </p:txBody>
      </p:sp>
      <p:sp>
        <p:nvSpPr>
          <p:cNvPr id="17" name="角丸四角形 16"/>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5</a:t>
            </a:r>
            <a:endParaRPr kumimoji="1" lang="ja-JP" altLang="en-US" sz="2000" b="1" dirty="0">
              <a:sym typeface="+mn-lt"/>
            </a:endParaRPr>
          </a:p>
        </p:txBody>
      </p:sp>
      <p:sp>
        <p:nvSpPr>
          <p:cNvPr id="13" name="正方形/長方形 12">
            <a:extLst>
              <a:ext uri="{FF2B5EF4-FFF2-40B4-BE49-F238E27FC236}">
                <a16:creationId xmlns:a16="http://schemas.microsoft.com/office/drawing/2014/main" id="{A6169741-3ED6-4F2D-B462-2F9842CE7412}"/>
              </a:ext>
            </a:extLst>
          </p:cNvPr>
          <p:cNvSpPr/>
          <p:nvPr/>
        </p:nvSpPr>
        <p:spPr bwMode="gray">
          <a:xfrm>
            <a:off x="5288310" y="1637226"/>
            <a:ext cx="4044157" cy="4516360"/>
          </a:xfrm>
          <a:prstGeom prst="rect">
            <a:avLst/>
          </a:prstGeom>
          <a:noFill/>
          <a:ln w="12700">
            <a:solidFill>
              <a:srgbClr val="7A829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buFont typeface="Wingdings" panose="05000000000000000000" pitchFamily="2" charset="2"/>
              <a:buChar char="n"/>
            </a:pPr>
            <a:r>
              <a:rPr lang="en-US" altLang="ja-JP" sz="1400" dirty="0">
                <a:solidFill>
                  <a:schemeClr val="tx1"/>
                </a:solidFill>
                <a:sym typeface="+mn-lt"/>
              </a:rPr>
              <a:t>AAA</a:t>
            </a:r>
          </a:p>
          <a:p>
            <a:pPr marL="715518" lvl="1" indent="-285750">
              <a:buFont typeface="Wingdings" panose="05000000000000000000" pitchFamily="2" charset="2"/>
              <a:buChar char="Ø"/>
            </a:pPr>
            <a:r>
              <a:rPr lang="en-US" altLang="ja-JP" sz="1400" dirty="0">
                <a:solidFill>
                  <a:schemeClr val="tx1"/>
                </a:solidFill>
                <a:sym typeface="+mn-lt"/>
              </a:rPr>
              <a:t>BBB</a:t>
            </a:r>
          </a:p>
          <a:p>
            <a:pPr marL="1145286" lvl="2" indent="-285750">
              <a:buFont typeface="Arial" panose="020B0604020202020204" pitchFamily="34" charset="0"/>
              <a:buChar char="•"/>
            </a:pPr>
            <a:r>
              <a:rPr lang="en-US" altLang="ja-JP" sz="1400" dirty="0">
                <a:solidFill>
                  <a:schemeClr val="tx1"/>
                </a:solidFill>
                <a:sym typeface="+mn-lt"/>
              </a:rPr>
              <a:t>CCC</a:t>
            </a:r>
          </a:p>
          <a:p>
            <a:pPr marL="285750" indent="-285750">
              <a:buFont typeface="Wingdings" panose="05000000000000000000" pitchFamily="2" charset="2"/>
              <a:buChar char="n"/>
            </a:pPr>
            <a:r>
              <a:rPr lang="en-US" altLang="ja-JP" sz="1400" dirty="0">
                <a:solidFill>
                  <a:schemeClr val="tx1"/>
                </a:solidFill>
                <a:sym typeface="+mn-lt"/>
              </a:rPr>
              <a:t>DDD</a:t>
            </a:r>
          </a:p>
          <a:p>
            <a:pPr marL="715518" lvl="1" indent="-285750">
              <a:buFont typeface="Wingdings" panose="05000000000000000000" pitchFamily="2" charset="2"/>
              <a:buChar char="Ø"/>
            </a:pPr>
            <a:r>
              <a:rPr lang="en-US" altLang="ja-JP" sz="1400" dirty="0">
                <a:solidFill>
                  <a:schemeClr val="tx1"/>
                </a:solidFill>
                <a:sym typeface="+mn-lt"/>
              </a:rPr>
              <a:t>EEE</a:t>
            </a:r>
          </a:p>
          <a:p>
            <a:pPr marL="1145286" lvl="2" indent="-285750">
              <a:buFont typeface="Arial" panose="020B0604020202020204" pitchFamily="34" charset="0"/>
              <a:buChar char="•"/>
            </a:pPr>
            <a:r>
              <a:rPr lang="en-US" altLang="ja-JP" sz="1400" dirty="0">
                <a:solidFill>
                  <a:schemeClr val="tx1"/>
                </a:solidFill>
                <a:sym typeface="+mn-lt"/>
              </a:rPr>
              <a:t>FFF</a:t>
            </a:r>
          </a:p>
          <a:p>
            <a:pPr marL="285750" indent="-285750">
              <a:buFont typeface="Wingdings" panose="05000000000000000000" pitchFamily="2" charset="2"/>
              <a:buChar char="n"/>
            </a:pPr>
            <a:r>
              <a:rPr lang="en-US" altLang="ja-JP" sz="1400" dirty="0">
                <a:solidFill>
                  <a:schemeClr val="tx1"/>
                </a:solidFill>
                <a:sym typeface="+mn-lt"/>
              </a:rPr>
              <a:t>GGG</a:t>
            </a:r>
          </a:p>
          <a:p>
            <a:pPr marL="715518" lvl="1" indent="-285750">
              <a:buFont typeface="Wingdings" panose="05000000000000000000" pitchFamily="2" charset="2"/>
              <a:buChar char="Ø"/>
            </a:pPr>
            <a:r>
              <a:rPr lang="en-US" altLang="ja-JP" sz="1400" dirty="0">
                <a:solidFill>
                  <a:schemeClr val="tx1"/>
                </a:solidFill>
                <a:sym typeface="+mn-lt"/>
              </a:rPr>
              <a:t>HHH</a:t>
            </a:r>
          </a:p>
          <a:p>
            <a:pPr marL="1145286" lvl="2" indent="-285750">
              <a:buFont typeface="Arial" panose="020B0604020202020204" pitchFamily="34" charset="0"/>
              <a:buChar char="•"/>
            </a:pPr>
            <a:r>
              <a:rPr lang="en-US" altLang="ja-JP" sz="1400" dirty="0">
                <a:solidFill>
                  <a:schemeClr val="tx1"/>
                </a:solidFill>
                <a:sym typeface="+mn-lt"/>
              </a:rPr>
              <a:t>JJJ</a:t>
            </a:r>
          </a:p>
          <a:p>
            <a:pPr marL="285750" indent="-285750">
              <a:buFont typeface="Wingdings" panose="05000000000000000000" pitchFamily="2" charset="2"/>
              <a:buChar char="n"/>
            </a:pPr>
            <a:r>
              <a:rPr lang="en-US" altLang="ja-JP" sz="1400" dirty="0">
                <a:solidFill>
                  <a:schemeClr val="tx1"/>
                </a:solidFill>
                <a:sym typeface="+mn-lt"/>
              </a:rPr>
              <a:t>KKK</a:t>
            </a:r>
          </a:p>
          <a:p>
            <a:pPr marL="715518" lvl="1" indent="-285750">
              <a:buFont typeface="Wingdings" panose="05000000000000000000" pitchFamily="2" charset="2"/>
              <a:buChar char="Ø"/>
            </a:pPr>
            <a:r>
              <a:rPr lang="en-US" altLang="ja-JP" sz="1400" dirty="0">
                <a:solidFill>
                  <a:schemeClr val="tx1"/>
                </a:solidFill>
                <a:sym typeface="+mn-lt"/>
              </a:rPr>
              <a:t>LLL</a:t>
            </a:r>
          </a:p>
          <a:p>
            <a:pPr marL="1145286" lvl="2" indent="-285750">
              <a:buFont typeface="Arial" panose="020B0604020202020204" pitchFamily="34" charset="0"/>
              <a:buChar char="•"/>
            </a:pPr>
            <a:r>
              <a:rPr lang="en-US" altLang="ja-JP" sz="1400" dirty="0">
                <a:solidFill>
                  <a:schemeClr val="tx1"/>
                </a:solidFill>
                <a:sym typeface="+mn-lt"/>
              </a:rPr>
              <a:t>MMM</a:t>
            </a:r>
          </a:p>
          <a:p>
            <a:pPr marL="285750" indent="-285750">
              <a:buFont typeface="Wingdings" panose="05000000000000000000" pitchFamily="2" charset="2"/>
              <a:buChar char="n"/>
            </a:pPr>
            <a:r>
              <a:rPr lang="en-US" altLang="ja-JP" sz="1400" dirty="0">
                <a:solidFill>
                  <a:schemeClr val="tx1"/>
                </a:solidFill>
                <a:sym typeface="+mn-lt"/>
              </a:rPr>
              <a:t>NNN</a:t>
            </a:r>
          </a:p>
          <a:p>
            <a:pPr marL="715518" lvl="1" indent="-285750">
              <a:buFont typeface="Wingdings" panose="05000000000000000000" pitchFamily="2" charset="2"/>
              <a:buChar char="Ø"/>
            </a:pPr>
            <a:r>
              <a:rPr lang="en-US" altLang="ja-JP" sz="1400" dirty="0">
                <a:solidFill>
                  <a:schemeClr val="tx1"/>
                </a:solidFill>
                <a:sym typeface="+mn-lt"/>
              </a:rPr>
              <a:t>OOO</a:t>
            </a:r>
          </a:p>
          <a:p>
            <a:pPr marL="1145286" lvl="2" indent="-285750">
              <a:buFont typeface="Arial" panose="020B0604020202020204" pitchFamily="34" charset="0"/>
              <a:buChar char="•"/>
            </a:pPr>
            <a:r>
              <a:rPr lang="en-US" altLang="ja-JP" sz="1400" dirty="0">
                <a:solidFill>
                  <a:schemeClr val="tx1"/>
                </a:solidFill>
                <a:sym typeface="+mn-lt"/>
              </a:rPr>
              <a:t>PPP</a:t>
            </a:r>
            <a:endParaRPr lang="ja-JP" altLang="en-US" sz="1400" dirty="0">
              <a:solidFill>
                <a:schemeClr val="tx1"/>
              </a:solidFill>
              <a:sym typeface="+mn-lt"/>
            </a:endParaRPr>
          </a:p>
        </p:txBody>
      </p:sp>
      <p:pic>
        <p:nvPicPr>
          <p:cNvPr id="2" name="図 1">
            <a:extLst>
              <a:ext uri="{FF2B5EF4-FFF2-40B4-BE49-F238E27FC236}">
                <a16:creationId xmlns:a16="http://schemas.microsoft.com/office/drawing/2014/main" id="{6A7BB135-4C92-4D56-A092-C514774E7FF7}"/>
              </a:ext>
            </a:extLst>
          </p:cNvPr>
          <p:cNvPicPr>
            <a:picLocks noChangeAspect="1"/>
          </p:cNvPicPr>
          <p:nvPr/>
        </p:nvPicPr>
        <p:blipFill>
          <a:blip r:embed="rId6"/>
          <a:stretch>
            <a:fillRect/>
          </a:stretch>
        </p:blipFill>
        <p:spPr>
          <a:xfrm>
            <a:off x="412036" y="1485920"/>
            <a:ext cx="4365114" cy="4840644"/>
          </a:xfrm>
          <a:prstGeom prst="rect">
            <a:avLst/>
          </a:prstGeom>
        </p:spPr>
      </p:pic>
    </p:spTree>
    <p:extLst>
      <p:ext uri="{BB962C8B-B14F-4D97-AF65-F5344CB8AC3E}">
        <p14:creationId xmlns:p14="http://schemas.microsoft.com/office/powerpoint/2010/main" val="2733297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AD751290-D8E1-447E-90AE-D75034F035A9}"/>
              </a:ext>
            </a:extLst>
          </p:cNvPr>
          <p:cNvSpPr>
            <a:spLocks noGrp="1"/>
          </p:cNvSpPr>
          <p:nvPr>
            <p:ph type="sldNum" sz="quarter" idx="13"/>
          </p:nvPr>
        </p:nvSpPr>
        <p:spPr/>
        <p:txBody>
          <a:bodyPr/>
          <a:lstStyle/>
          <a:p>
            <a:fld id="{A3EB1B23-9AF8-425B-BAD7-B9FA00F18833}" type="slidenum">
              <a:rPr lang="ja-JP" altLang="en-US" smtClean="0"/>
              <a:pPr/>
              <a:t>9</a:t>
            </a:fld>
            <a:endParaRPr lang="ja-JP" altLang="en-US" dirty="0"/>
          </a:p>
        </p:txBody>
      </p:sp>
      <p:sp>
        <p:nvSpPr>
          <p:cNvPr id="8" name="フッター プレースホルダー 7">
            <a:extLst>
              <a:ext uri="{FF2B5EF4-FFF2-40B4-BE49-F238E27FC236}">
                <a16:creationId xmlns:a16="http://schemas.microsoft.com/office/drawing/2014/main" id="{84FB8846-8DC4-46C9-BA3B-6B79980EE18D}"/>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2"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23"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タブを使用して、体裁を整えてください</a:t>
            </a:r>
          </a:p>
        </p:txBody>
      </p:sp>
      <p:sp>
        <p:nvSpPr>
          <p:cNvPr id="17" name="角丸四角形 16"/>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6</a:t>
            </a:r>
            <a:endParaRPr kumimoji="1" lang="ja-JP" altLang="en-US" sz="2000" b="1" dirty="0">
              <a:sym typeface="+mn-lt"/>
            </a:endParaRPr>
          </a:p>
        </p:txBody>
      </p:sp>
      <p:sp>
        <p:nvSpPr>
          <p:cNvPr id="12" name="正方形/長方形 11">
            <a:extLst>
              <a:ext uri="{FF2B5EF4-FFF2-40B4-BE49-F238E27FC236}">
                <a16:creationId xmlns:a16="http://schemas.microsoft.com/office/drawing/2014/main" id="{3D8E8E0F-8D61-4246-A57B-C1B131A149A5}"/>
              </a:ext>
            </a:extLst>
          </p:cNvPr>
          <p:cNvSpPr/>
          <p:nvPr/>
        </p:nvSpPr>
        <p:spPr bwMode="gray">
          <a:xfrm>
            <a:off x="5288310" y="1637226"/>
            <a:ext cx="4044157" cy="4516360"/>
          </a:xfrm>
          <a:prstGeom prst="rect">
            <a:avLst/>
          </a:prstGeom>
          <a:noFill/>
          <a:ln w="12700">
            <a:solidFill>
              <a:srgbClr val="7A829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tabLst>
                <a:tab pos="630238" algn="l"/>
                <a:tab pos="1427163" algn="l"/>
                <a:tab pos="2286000" algn="l"/>
              </a:tabLst>
            </a:pPr>
            <a:r>
              <a:rPr lang="en-US" altLang="ja-JP" sz="1400" u="sng" dirty="0">
                <a:solidFill>
                  <a:schemeClr val="tx1"/>
                </a:solidFill>
                <a:sym typeface="+mn-lt"/>
              </a:rPr>
              <a:t>STEP1</a:t>
            </a:r>
            <a:r>
              <a:rPr lang="ja-JP" altLang="en-US" sz="1400" u="sng" dirty="0">
                <a:solidFill>
                  <a:schemeClr val="tx1"/>
                </a:solidFill>
                <a:sym typeface="+mn-lt"/>
              </a:rPr>
              <a:t>：</a:t>
            </a:r>
            <a:r>
              <a:rPr lang="en-US" altLang="ja-JP" sz="1400" u="sng" dirty="0">
                <a:solidFill>
                  <a:schemeClr val="tx1"/>
                </a:solidFill>
                <a:sym typeface="+mn-lt"/>
              </a:rPr>
              <a:t>NNNNNNN</a:t>
            </a:r>
          </a:p>
          <a:p>
            <a:pPr>
              <a:tabLst>
                <a:tab pos="630238" algn="l"/>
                <a:tab pos="1427163" algn="l"/>
                <a:tab pos="2286000" algn="l"/>
              </a:tabLst>
            </a:pPr>
            <a:r>
              <a:rPr lang="en-US" altLang="ja-JP" sz="1400" dirty="0">
                <a:solidFill>
                  <a:schemeClr val="tx1"/>
                </a:solidFill>
                <a:sym typeface="+mn-lt"/>
              </a:rPr>
              <a:t>	【AAA】	NN	</a:t>
            </a:r>
            <a:r>
              <a:rPr lang="ja-JP" altLang="en-US" sz="1400" dirty="0">
                <a:solidFill>
                  <a:schemeClr val="tx1"/>
                </a:solidFill>
                <a:sym typeface="+mn-lt"/>
              </a:rPr>
              <a:t>：</a:t>
            </a:r>
            <a:r>
              <a:rPr lang="en-US" altLang="ja-JP" sz="1400" dirty="0">
                <a:solidFill>
                  <a:schemeClr val="tx1"/>
                </a:solidFill>
                <a:sym typeface="+mn-lt"/>
              </a:rPr>
              <a:t>NNNNN</a:t>
            </a:r>
          </a:p>
          <a:p>
            <a:pPr>
              <a:tabLst>
                <a:tab pos="630238" algn="l"/>
                <a:tab pos="1427163" algn="l"/>
                <a:tab pos="2286000" algn="l"/>
              </a:tabLst>
            </a:pPr>
            <a:r>
              <a:rPr lang="en-US" altLang="ja-JP" sz="1400" dirty="0">
                <a:solidFill>
                  <a:schemeClr val="tx1"/>
                </a:solidFill>
                <a:sym typeface="+mn-lt"/>
              </a:rPr>
              <a:t>	【B】	NNNNN	</a:t>
            </a:r>
            <a:r>
              <a:rPr lang="ja-JP" altLang="en-US" sz="1400" dirty="0">
                <a:solidFill>
                  <a:schemeClr val="tx1"/>
                </a:solidFill>
                <a:sym typeface="+mn-lt"/>
              </a:rPr>
              <a:t>：</a:t>
            </a:r>
            <a:r>
              <a:rPr lang="en-US" altLang="ja-JP" sz="1400" dirty="0">
                <a:solidFill>
                  <a:schemeClr val="tx1"/>
                </a:solidFill>
                <a:sym typeface="+mn-lt"/>
              </a:rPr>
              <a:t>NN</a:t>
            </a:r>
          </a:p>
          <a:p>
            <a:pPr>
              <a:tabLst>
                <a:tab pos="630238" algn="l"/>
                <a:tab pos="1427163" algn="l"/>
                <a:tab pos="2286000" algn="l"/>
              </a:tabLst>
            </a:pPr>
            <a:r>
              <a:rPr lang="en-US" altLang="ja-JP" sz="1400" dirty="0">
                <a:solidFill>
                  <a:schemeClr val="tx1"/>
                </a:solidFill>
                <a:sym typeface="+mn-lt"/>
              </a:rPr>
              <a:t>	【CC】	NNN	</a:t>
            </a:r>
            <a:r>
              <a:rPr lang="ja-JP" altLang="en-US" sz="1400" dirty="0">
                <a:solidFill>
                  <a:schemeClr val="tx1"/>
                </a:solidFill>
                <a:sym typeface="+mn-lt"/>
              </a:rPr>
              <a:t>：</a:t>
            </a:r>
            <a:r>
              <a:rPr lang="en-US" altLang="ja-JP" sz="1400" dirty="0">
                <a:solidFill>
                  <a:schemeClr val="tx1"/>
                </a:solidFill>
                <a:sym typeface="+mn-lt"/>
              </a:rPr>
              <a:t>NNNN</a:t>
            </a:r>
          </a:p>
          <a:p>
            <a:pPr>
              <a:tabLst>
                <a:tab pos="630238" algn="l"/>
                <a:tab pos="1427163" algn="l"/>
                <a:tab pos="2286000" algn="l"/>
              </a:tabLst>
            </a:pPr>
            <a:endParaRPr lang="en-US" altLang="ja-JP" sz="1400" dirty="0">
              <a:solidFill>
                <a:schemeClr val="tx1"/>
              </a:solidFill>
              <a:sym typeface="+mn-lt"/>
            </a:endParaRPr>
          </a:p>
          <a:p>
            <a:pPr>
              <a:tabLst>
                <a:tab pos="630238" algn="l"/>
                <a:tab pos="1427163" algn="l"/>
                <a:tab pos="2286000" algn="l"/>
              </a:tabLst>
            </a:pPr>
            <a:r>
              <a:rPr lang="en-US" altLang="ja-JP" sz="1400" u="sng" dirty="0">
                <a:solidFill>
                  <a:schemeClr val="tx1"/>
                </a:solidFill>
                <a:sym typeface="+mn-lt"/>
              </a:rPr>
              <a:t>STEP2</a:t>
            </a:r>
            <a:r>
              <a:rPr lang="ja-JP" altLang="en-US" sz="1400" u="sng" dirty="0">
                <a:solidFill>
                  <a:schemeClr val="tx1"/>
                </a:solidFill>
                <a:sym typeface="+mn-lt"/>
              </a:rPr>
              <a:t>：</a:t>
            </a:r>
            <a:r>
              <a:rPr lang="en-US" altLang="ja-JP" sz="1400" u="sng" dirty="0">
                <a:solidFill>
                  <a:schemeClr val="tx1"/>
                </a:solidFill>
                <a:sym typeface="+mn-lt"/>
              </a:rPr>
              <a:t>NNNNNNN</a:t>
            </a:r>
          </a:p>
          <a:p>
            <a:pPr>
              <a:tabLst>
                <a:tab pos="630238" algn="l"/>
                <a:tab pos="1427163" algn="l"/>
                <a:tab pos="2286000" algn="l"/>
              </a:tabLst>
            </a:pPr>
            <a:r>
              <a:rPr lang="en-US" altLang="ja-JP" sz="1400" dirty="0">
                <a:solidFill>
                  <a:schemeClr val="tx1"/>
                </a:solidFill>
                <a:sym typeface="+mn-lt"/>
              </a:rPr>
              <a:t>	【DDD】	NN	</a:t>
            </a:r>
            <a:r>
              <a:rPr lang="ja-JP" altLang="en-US" sz="1400" dirty="0">
                <a:solidFill>
                  <a:schemeClr val="tx1"/>
                </a:solidFill>
                <a:sym typeface="+mn-lt"/>
              </a:rPr>
              <a:t>：</a:t>
            </a:r>
            <a:r>
              <a:rPr lang="en-US" altLang="ja-JP" sz="1400" dirty="0">
                <a:solidFill>
                  <a:schemeClr val="tx1"/>
                </a:solidFill>
                <a:sym typeface="+mn-lt"/>
              </a:rPr>
              <a:t>NNNNN</a:t>
            </a:r>
          </a:p>
          <a:p>
            <a:pPr>
              <a:tabLst>
                <a:tab pos="630238" algn="l"/>
                <a:tab pos="1427163" algn="l"/>
                <a:tab pos="2286000" algn="l"/>
              </a:tabLst>
            </a:pPr>
            <a:r>
              <a:rPr lang="en-US" altLang="ja-JP" sz="1400" dirty="0">
                <a:solidFill>
                  <a:schemeClr val="tx1"/>
                </a:solidFill>
                <a:sym typeface="+mn-lt"/>
              </a:rPr>
              <a:t>	【E】	NNNNN	</a:t>
            </a:r>
            <a:r>
              <a:rPr lang="ja-JP" altLang="en-US" sz="1400" dirty="0">
                <a:solidFill>
                  <a:schemeClr val="tx1"/>
                </a:solidFill>
                <a:sym typeface="+mn-lt"/>
              </a:rPr>
              <a:t>：</a:t>
            </a:r>
            <a:r>
              <a:rPr lang="en-US" altLang="ja-JP" sz="1400" dirty="0">
                <a:solidFill>
                  <a:schemeClr val="tx1"/>
                </a:solidFill>
                <a:sym typeface="+mn-lt"/>
              </a:rPr>
              <a:t>NN</a:t>
            </a:r>
          </a:p>
          <a:p>
            <a:pPr>
              <a:tabLst>
                <a:tab pos="630238" algn="l"/>
                <a:tab pos="1427163" algn="l"/>
                <a:tab pos="2286000" algn="l"/>
              </a:tabLst>
            </a:pPr>
            <a:r>
              <a:rPr lang="en-US" altLang="ja-JP" sz="1400" dirty="0">
                <a:solidFill>
                  <a:schemeClr val="tx1"/>
                </a:solidFill>
                <a:sym typeface="+mn-lt"/>
              </a:rPr>
              <a:t>	【FF】	NNN	</a:t>
            </a:r>
            <a:r>
              <a:rPr lang="ja-JP" altLang="en-US" sz="1400" dirty="0">
                <a:solidFill>
                  <a:schemeClr val="tx1"/>
                </a:solidFill>
                <a:sym typeface="+mn-lt"/>
              </a:rPr>
              <a:t>：</a:t>
            </a:r>
            <a:r>
              <a:rPr lang="en-US" altLang="ja-JP" sz="1400" dirty="0">
                <a:solidFill>
                  <a:schemeClr val="tx1"/>
                </a:solidFill>
                <a:sym typeface="+mn-lt"/>
              </a:rPr>
              <a:t>NNNN</a:t>
            </a:r>
          </a:p>
          <a:p>
            <a:pPr>
              <a:tabLst>
                <a:tab pos="630238" algn="l"/>
                <a:tab pos="1427163" algn="l"/>
                <a:tab pos="2286000" algn="l"/>
              </a:tabLst>
            </a:pPr>
            <a:endParaRPr lang="en-US" altLang="ja-JP" sz="1400" dirty="0">
              <a:solidFill>
                <a:schemeClr val="tx1"/>
              </a:solidFill>
              <a:sym typeface="+mn-lt"/>
            </a:endParaRPr>
          </a:p>
          <a:p>
            <a:pPr>
              <a:tabLst>
                <a:tab pos="630238" algn="l"/>
                <a:tab pos="1427163" algn="l"/>
                <a:tab pos="2286000" algn="l"/>
              </a:tabLst>
            </a:pPr>
            <a:r>
              <a:rPr lang="en-US" altLang="ja-JP" sz="1400" u="sng" dirty="0">
                <a:solidFill>
                  <a:schemeClr val="tx1"/>
                </a:solidFill>
                <a:sym typeface="+mn-lt"/>
              </a:rPr>
              <a:t>STEP3</a:t>
            </a:r>
            <a:r>
              <a:rPr lang="ja-JP" altLang="en-US" sz="1400" u="sng" dirty="0">
                <a:solidFill>
                  <a:schemeClr val="tx1"/>
                </a:solidFill>
                <a:sym typeface="+mn-lt"/>
              </a:rPr>
              <a:t>：</a:t>
            </a:r>
            <a:r>
              <a:rPr lang="en-US" altLang="ja-JP" sz="1400" u="sng" dirty="0">
                <a:solidFill>
                  <a:schemeClr val="tx1"/>
                </a:solidFill>
                <a:sym typeface="+mn-lt"/>
              </a:rPr>
              <a:t>NNNNNNN</a:t>
            </a:r>
          </a:p>
          <a:p>
            <a:pPr>
              <a:tabLst>
                <a:tab pos="630238" algn="l"/>
                <a:tab pos="1427163" algn="l"/>
                <a:tab pos="2286000" algn="l"/>
              </a:tabLst>
            </a:pPr>
            <a:r>
              <a:rPr lang="en-US" altLang="ja-JP" sz="1400" dirty="0">
                <a:solidFill>
                  <a:schemeClr val="tx1"/>
                </a:solidFill>
                <a:sym typeface="+mn-lt"/>
              </a:rPr>
              <a:t>	【GGG】	NN	</a:t>
            </a:r>
            <a:r>
              <a:rPr lang="ja-JP" altLang="en-US" sz="1400" dirty="0">
                <a:solidFill>
                  <a:schemeClr val="tx1"/>
                </a:solidFill>
                <a:sym typeface="+mn-lt"/>
              </a:rPr>
              <a:t>：</a:t>
            </a:r>
            <a:r>
              <a:rPr lang="en-US" altLang="ja-JP" sz="1400" dirty="0">
                <a:solidFill>
                  <a:schemeClr val="tx1"/>
                </a:solidFill>
                <a:sym typeface="+mn-lt"/>
              </a:rPr>
              <a:t>NNNNN</a:t>
            </a:r>
          </a:p>
          <a:p>
            <a:pPr>
              <a:tabLst>
                <a:tab pos="630238" algn="l"/>
                <a:tab pos="1427163" algn="l"/>
                <a:tab pos="2286000" algn="l"/>
              </a:tabLst>
            </a:pPr>
            <a:r>
              <a:rPr lang="en-US" altLang="ja-JP" sz="1400" dirty="0">
                <a:solidFill>
                  <a:schemeClr val="tx1"/>
                </a:solidFill>
                <a:sym typeface="+mn-lt"/>
              </a:rPr>
              <a:t>	【H】	NNNNN	</a:t>
            </a:r>
            <a:r>
              <a:rPr lang="ja-JP" altLang="en-US" sz="1400" dirty="0">
                <a:solidFill>
                  <a:schemeClr val="tx1"/>
                </a:solidFill>
                <a:sym typeface="+mn-lt"/>
              </a:rPr>
              <a:t>：</a:t>
            </a:r>
            <a:r>
              <a:rPr lang="en-US" altLang="ja-JP" sz="1400" dirty="0">
                <a:solidFill>
                  <a:schemeClr val="tx1"/>
                </a:solidFill>
                <a:sym typeface="+mn-lt"/>
              </a:rPr>
              <a:t>NN</a:t>
            </a:r>
          </a:p>
          <a:p>
            <a:pPr>
              <a:tabLst>
                <a:tab pos="630238" algn="l"/>
                <a:tab pos="1427163" algn="l"/>
                <a:tab pos="2286000" algn="l"/>
              </a:tabLst>
            </a:pPr>
            <a:r>
              <a:rPr lang="en-US" altLang="ja-JP" sz="1400" dirty="0">
                <a:solidFill>
                  <a:schemeClr val="tx1"/>
                </a:solidFill>
                <a:sym typeface="+mn-lt"/>
              </a:rPr>
              <a:t>	【JJ】	NNN	</a:t>
            </a:r>
            <a:r>
              <a:rPr lang="ja-JP" altLang="en-US" sz="1400" dirty="0">
                <a:solidFill>
                  <a:schemeClr val="tx1"/>
                </a:solidFill>
                <a:sym typeface="+mn-lt"/>
              </a:rPr>
              <a:t>：</a:t>
            </a:r>
            <a:r>
              <a:rPr lang="en-US" altLang="ja-JP" sz="1400" dirty="0">
                <a:solidFill>
                  <a:schemeClr val="tx1"/>
                </a:solidFill>
                <a:sym typeface="+mn-lt"/>
              </a:rPr>
              <a:t>NNNN</a:t>
            </a:r>
            <a:endParaRPr lang="ja-JP" altLang="en-US" sz="1400" dirty="0">
              <a:solidFill>
                <a:schemeClr val="tx1"/>
              </a:solidFill>
              <a:sym typeface="+mn-lt"/>
            </a:endParaRPr>
          </a:p>
        </p:txBody>
      </p:sp>
      <p:pic>
        <p:nvPicPr>
          <p:cNvPr id="4" name="図 3">
            <a:extLst>
              <a:ext uri="{FF2B5EF4-FFF2-40B4-BE49-F238E27FC236}">
                <a16:creationId xmlns:a16="http://schemas.microsoft.com/office/drawing/2014/main" id="{2DD571B8-84E3-4D65-BF2B-2E5801C54600}"/>
              </a:ext>
            </a:extLst>
          </p:cNvPr>
          <p:cNvPicPr>
            <a:picLocks noChangeAspect="1"/>
          </p:cNvPicPr>
          <p:nvPr/>
        </p:nvPicPr>
        <p:blipFill>
          <a:blip r:embed="rId6"/>
          <a:stretch>
            <a:fillRect/>
          </a:stretch>
        </p:blipFill>
        <p:spPr>
          <a:xfrm>
            <a:off x="409381" y="1484313"/>
            <a:ext cx="4365114" cy="4840644"/>
          </a:xfrm>
          <a:prstGeom prst="rect">
            <a:avLst/>
          </a:prstGeom>
        </p:spPr>
      </p:pic>
    </p:spTree>
    <p:extLst>
      <p:ext uri="{BB962C8B-B14F-4D97-AF65-F5344CB8AC3E}">
        <p14:creationId xmlns:p14="http://schemas.microsoft.com/office/powerpoint/2010/main" val="600479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1" name="正方形/長方形 10" hidden="1"/>
          <p:cNvSpPr/>
          <p:nvPr>
            <p:custDataLst>
              <p:tags r:id="rId2"/>
            </p:custDataLst>
          </p:nvPr>
        </p:nvSpPr>
        <p:spPr bwMode="gray">
          <a:xfrm>
            <a:off x="0" y="0"/>
            <a:ext cx="158750" cy="158750"/>
          </a:xfrm>
          <a:prstGeom prst="rect">
            <a:avLst/>
          </a:prstGeom>
          <a:solidFill>
            <a:srgbClr val="C8CDD2"/>
          </a:solidFill>
          <a:ln w="12700" algn="ctr">
            <a:solidFill>
              <a:srgbClr val="C8CDD2"/>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en-US" altLang="ja-JP" sz="2000" b="1" u="none" strike="noStrike" kern="1200" cap="none" spc="0" normalizeH="0" noProof="0" dirty="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4" name="スライド番号プレースホルダー 3">
            <a:extLst>
              <a:ext uri="{FF2B5EF4-FFF2-40B4-BE49-F238E27FC236}">
                <a16:creationId xmlns:a16="http://schemas.microsoft.com/office/drawing/2014/main" id="{973AC5F8-7FC9-412C-8CC5-53FCAF6FA530}"/>
              </a:ext>
            </a:extLst>
          </p:cNvPr>
          <p:cNvSpPr>
            <a:spLocks noGrp="1"/>
          </p:cNvSpPr>
          <p:nvPr>
            <p:ph type="sldNum" sz="quarter" idx="13"/>
          </p:nvPr>
        </p:nvSpPr>
        <p:spPr/>
        <p:txBody>
          <a:bodyPr/>
          <a:lstStyle/>
          <a:p>
            <a:fld id="{A3EB1B23-9AF8-425B-BAD7-B9FA00F18833}" type="slidenum">
              <a:rPr lang="ja-JP" altLang="en-US" smtClean="0"/>
              <a:pPr/>
              <a:t>10</a:t>
            </a:fld>
            <a:endParaRPr lang="ja-JP" altLang="en-US" dirty="0"/>
          </a:p>
        </p:txBody>
      </p:sp>
      <p:sp>
        <p:nvSpPr>
          <p:cNvPr id="7" name="フッター プレースホルダー 6">
            <a:extLst>
              <a:ext uri="{FF2B5EF4-FFF2-40B4-BE49-F238E27FC236}">
                <a16:creationId xmlns:a16="http://schemas.microsoft.com/office/drawing/2014/main" id="{DDF78EF1-E707-4FD8-9E78-0CAB8006D229}"/>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6"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37"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テキストの背景に「○△</a:t>
            </a:r>
            <a:r>
              <a:rPr lang="en-US" altLang="ja-JP" dirty="0">
                <a:sym typeface="+mj-lt"/>
              </a:rPr>
              <a:t>×</a:t>
            </a:r>
            <a:r>
              <a:rPr lang="ja-JP" altLang="en-US" dirty="0">
                <a:sym typeface="+mj-lt"/>
              </a:rPr>
              <a:t>」を白抜き</a:t>
            </a:r>
            <a:r>
              <a:rPr lang="ja-JP" altLang="en-US" dirty="0"/>
              <a:t>で</a:t>
            </a:r>
            <a:r>
              <a:rPr lang="ja-JP" altLang="en-US" dirty="0">
                <a:sym typeface="+mj-lt"/>
              </a:rPr>
              <a:t>書いてください（〇</a:t>
            </a:r>
            <a:r>
              <a:rPr lang="en-US" altLang="ja-JP" dirty="0">
                <a:sym typeface="+mj-lt"/>
              </a:rPr>
              <a:t>:88pt</a:t>
            </a:r>
            <a:r>
              <a:rPr lang="en-US" altLang="ja-JP" dirty="0"/>
              <a:t>, </a:t>
            </a:r>
            <a:r>
              <a:rPr lang="ja-JP" altLang="en-US" dirty="0"/>
              <a:t>△</a:t>
            </a:r>
            <a:r>
              <a:rPr lang="en-US" altLang="ja-JP" dirty="0"/>
              <a:t>:88pt, </a:t>
            </a:r>
            <a:r>
              <a:rPr lang="ja-JP" altLang="en-US" dirty="0"/>
              <a:t>✖</a:t>
            </a:r>
            <a:r>
              <a:rPr lang="en-US" altLang="ja-JP" dirty="0">
                <a:sym typeface="+mj-lt"/>
              </a:rPr>
              <a:t>:135pt</a:t>
            </a:r>
            <a:r>
              <a:rPr lang="ja-JP" altLang="en-US" dirty="0">
                <a:sym typeface="+mj-lt"/>
              </a:rPr>
              <a:t>）</a:t>
            </a:r>
          </a:p>
        </p:txBody>
      </p:sp>
      <p:sp>
        <p:nvSpPr>
          <p:cNvPr id="20" name="正方形/長方形 19"/>
          <p:cNvSpPr/>
          <p:nvPr/>
        </p:nvSpPr>
        <p:spPr bwMode="gray">
          <a:xfrm>
            <a:off x="5489962" y="1927926"/>
            <a:ext cx="3590276" cy="1210795"/>
          </a:xfrm>
          <a:prstGeom prst="rect">
            <a:avLst/>
          </a:prstGeom>
          <a:solidFill>
            <a:srgbClr val="B8BDC4"/>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kumimoji="1" lang="en-US" altLang="ja-JP" sz="1400" dirty="0">
                <a:solidFill>
                  <a:schemeClr val="tx1"/>
                </a:solidFill>
                <a:sym typeface="+mn-lt"/>
              </a:rPr>
              <a:t>AAAAAAAAAAAAAAAAAAA</a:t>
            </a:r>
          </a:p>
          <a:p>
            <a:pPr marL="285750" indent="-285750">
              <a:buFont typeface="Wingdings" pitchFamily="2" charset="2"/>
              <a:buChar char="n"/>
            </a:pPr>
            <a:r>
              <a:rPr lang="en-US" altLang="ja-JP" sz="1400" dirty="0">
                <a:solidFill>
                  <a:schemeClr val="tx1"/>
                </a:solidFill>
                <a:sym typeface="+mn-lt"/>
              </a:rPr>
              <a:t>BBBBBBBBBBBBBBBBBBB</a:t>
            </a:r>
          </a:p>
          <a:p>
            <a:pPr marL="285750" indent="-285750">
              <a:buFont typeface="Wingdings" pitchFamily="2" charset="2"/>
              <a:buChar char="n"/>
            </a:pPr>
            <a:r>
              <a:rPr kumimoji="1" lang="en-US" altLang="ja-JP" sz="1400" dirty="0">
                <a:solidFill>
                  <a:schemeClr val="tx1"/>
                </a:solidFill>
                <a:sym typeface="+mn-lt"/>
              </a:rPr>
              <a:t>CCCCCCCCCCCCCCCCCC</a:t>
            </a:r>
            <a:endParaRPr kumimoji="1" lang="ja-JP" altLang="en-US" sz="1400" dirty="0">
              <a:solidFill>
                <a:schemeClr val="tx1"/>
              </a:solidFill>
              <a:sym typeface="+mn-lt"/>
            </a:endParaRPr>
          </a:p>
        </p:txBody>
      </p:sp>
      <p:sp>
        <p:nvSpPr>
          <p:cNvPr id="21" name="正方形/長方形 20"/>
          <p:cNvSpPr/>
          <p:nvPr/>
        </p:nvSpPr>
        <p:spPr bwMode="gray">
          <a:xfrm>
            <a:off x="5489962" y="3291121"/>
            <a:ext cx="3590276" cy="1210795"/>
          </a:xfrm>
          <a:prstGeom prst="rect">
            <a:avLst/>
          </a:prstGeom>
          <a:solidFill>
            <a:srgbClr val="B8BDC4"/>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lang="en-US" altLang="ja-JP" sz="1400" dirty="0">
                <a:solidFill>
                  <a:schemeClr val="tx1"/>
                </a:solidFill>
                <a:sym typeface="+mn-lt"/>
              </a:rPr>
              <a:t>DDDDDDDDDDDDDDDDDD</a:t>
            </a:r>
          </a:p>
          <a:p>
            <a:pPr marL="285750" indent="-285750">
              <a:buFont typeface="Wingdings" pitchFamily="2" charset="2"/>
              <a:buChar char="n"/>
            </a:pPr>
            <a:r>
              <a:rPr lang="en-US" altLang="ja-JP" sz="1400" dirty="0">
                <a:solidFill>
                  <a:schemeClr val="tx1"/>
                </a:solidFill>
                <a:sym typeface="+mn-lt"/>
              </a:rPr>
              <a:t>EEEEEEEEEEEEEEEEEEE</a:t>
            </a:r>
          </a:p>
          <a:p>
            <a:pPr marL="285750" indent="-285750">
              <a:buFont typeface="Wingdings" pitchFamily="2" charset="2"/>
              <a:buChar char="n"/>
            </a:pPr>
            <a:r>
              <a:rPr lang="en-US" altLang="ja-JP" sz="1400" dirty="0">
                <a:solidFill>
                  <a:schemeClr val="tx1"/>
                </a:solidFill>
                <a:sym typeface="+mn-lt"/>
              </a:rPr>
              <a:t>FFFFFFFFFFFFFFFFFFFFF</a:t>
            </a:r>
            <a:endParaRPr kumimoji="1" lang="ja-JP" altLang="en-US" sz="1400" dirty="0">
              <a:solidFill>
                <a:schemeClr val="tx1"/>
              </a:solidFill>
              <a:sym typeface="+mn-lt"/>
            </a:endParaRPr>
          </a:p>
        </p:txBody>
      </p:sp>
      <p:sp>
        <p:nvSpPr>
          <p:cNvPr id="22" name="正方形/長方形 21"/>
          <p:cNvSpPr/>
          <p:nvPr/>
        </p:nvSpPr>
        <p:spPr bwMode="gray">
          <a:xfrm>
            <a:off x="5489962" y="4654316"/>
            <a:ext cx="3590276" cy="1210795"/>
          </a:xfrm>
          <a:prstGeom prst="rect">
            <a:avLst/>
          </a:prstGeom>
          <a:solidFill>
            <a:srgbClr val="B8BDC4"/>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kumimoji="1" lang="en-US" altLang="ja-JP" sz="1400" dirty="0">
                <a:solidFill>
                  <a:schemeClr val="tx1"/>
                </a:solidFill>
                <a:sym typeface="+mn-lt"/>
              </a:rPr>
              <a:t>GGGGGGGGGGGGGGGGG</a:t>
            </a:r>
          </a:p>
          <a:p>
            <a:pPr marL="285750" indent="-285750">
              <a:buFont typeface="Wingdings" pitchFamily="2" charset="2"/>
              <a:buChar char="n"/>
            </a:pPr>
            <a:r>
              <a:rPr lang="en-US" altLang="ja-JP" sz="1400" dirty="0">
                <a:solidFill>
                  <a:schemeClr val="tx1"/>
                </a:solidFill>
                <a:sym typeface="+mn-lt"/>
              </a:rPr>
              <a:t>HHHHHHHHHHHHHHHHHHH</a:t>
            </a:r>
          </a:p>
          <a:p>
            <a:pPr marL="285750" indent="-285750">
              <a:buFont typeface="Wingdings" pitchFamily="2" charset="2"/>
              <a:buChar char="n"/>
            </a:pPr>
            <a:r>
              <a:rPr lang="en-US" altLang="ja-JP" sz="1400" dirty="0">
                <a:solidFill>
                  <a:schemeClr val="tx1"/>
                </a:solidFill>
                <a:sym typeface="+mn-lt"/>
              </a:rPr>
              <a:t>IIIIIIIIIIIIIIIIIIIIIIIIIIIIIIIIIIIIIIIIIIIIIII</a:t>
            </a:r>
            <a:endParaRPr kumimoji="1" lang="ja-JP" altLang="en-US" sz="1400" dirty="0">
              <a:solidFill>
                <a:schemeClr val="tx1"/>
              </a:solidFill>
              <a:sym typeface="+mn-lt"/>
            </a:endParaRPr>
          </a:p>
        </p:txBody>
      </p:sp>
      <p:sp>
        <p:nvSpPr>
          <p:cNvPr id="31" name="角丸四角形 30"/>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7</a:t>
            </a:r>
            <a:endParaRPr kumimoji="1" lang="ja-JP" altLang="en-US" sz="2000" b="1" dirty="0">
              <a:sym typeface="+mn-lt"/>
            </a:endParaRPr>
          </a:p>
        </p:txBody>
      </p:sp>
      <p:pic>
        <p:nvPicPr>
          <p:cNvPr id="2" name="図 1">
            <a:extLst>
              <a:ext uri="{FF2B5EF4-FFF2-40B4-BE49-F238E27FC236}">
                <a16:creationId xmlns:a16="http://schemas.microsoft.com/office/drawing/2014/main" id="{ED8A237C-1A4A-46AE-95F5-36330161A842}"/>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b="15814"/>
          <a:stretch/>
        </p:blipFill>
        <p:spPr>
          <a:xfrm>
            <a:off x="411786" y="1483200"/>
            <a:ext cx="4371211" cy="4880919"/>
          </a:xfrm>
          <a:prstGeom prst="rect">
            <a:avLst/>
          </a:prstGeom>
        </p:spPr>
      </p:pic>
      <p:sp>
        <p:nvSpPr>
          <p:cNvPr id="10" name="正方形/長方形 9">
            <a:extLst>
              <a:ext uri="{FF2B5EF4-FFF2-40B4-BE49-F238E27FC236}">
                <a16:creationId xmlns:a16="http://schemas.microsoft.com/office/drawing/2014/main" id="{CC213C16-921E-C0D1-C859-8F00DF45EC10}"/>
              </a:ext>
            </a:extLst>
          </p:cNvPr>
          <p:cNvSpPr/>
          <p:nvPr/>
        </p:nvSpPr>
        <p:spPr bwMode="gray">
          <a:xfrm>
            <a:off x="5479802" y="1927926"/>
            <a:ext cx="3590276" cy="121079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1"/>
          <a:lstStyle/>
          <a:p>
            <a:r>
              <a:rPr kumimoji="1" lang="ja-JP" altLang="en-US" sz="8800" dirty="0">
                <a:solidFill>
                  <a:schemeClr val="bg1"/>
                </a:solidFill>
                <a:sym typeface="+mn-lt"/>
              </a:rPr>
              <a:t>〇</a:t>
            </a:r>
          </a:p>
        </p:txBody>
      </p:sp>
      <p:sp>
        <p:nvSpPr>
          <p:cNvPr id="12" name="正方形/長方形 11">
            <a:extLst>
              <a:ext uri="{FF2B5EF4-FFF2-40B4-BE49-F238E27FC236}">
                <a16:creationId xmlns:a16="http://schemas.microsoft.com/office/drawing/2014/main" id="{3E60FCE4-D2B2-04F2-14AE-B6964CFB5A95}"/>
              </a:ext>
            </a:extLst>
          </p:cNvPr>
          <p:cNvSpPr/>
          <p:nvPr/>
        </p:nvSpPr>
        <p:spPr bwMode="gray">
          <a:xfrm>
            <a:off x="5479802" y="3291121"/>
            <a:ext cx="3590276" cy="121079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1"/>
          <a:lstStyle/>
          <a:p>
            <a:r>
              <a:rPr kumimoji="1" lang="ja-JP" altLang="en-US" sz="8800" dirty="0">
                <a:solidFill>
                  <a:schemeClr val="bg1"/>
                </a:solidFill>
                <a:sym typeface="+mn-lt"/>
              </a:rPr>
              <a:t>△</a:t>
            </a:r>
          </a:p>
        </p:txBody>
      </p:sp>
      <p:sp>
        <p:nvSpPr>
          <p:cNvPr id="13" name="正方形/長方形 12">
            <a:extLst>
              <a:ext uri="{FF2B5EF4-FFF2-40B4-BE49-F238E27FC236}">
                <a16:creationId xmlns:a16="http://schemas.microsoft.com/office/drawing/2014/main" id="{88D2EB0A-DC85-06BE-B3C8-A28B715B286C}"/>
              </a:ext>
            </a:extLst>
          </p:cNvPr>
          <p:cNvSpPr/>
          <p:nvPr/>
        </p:nvSpPr>
        <p:spPr bwMode="gray">
          <a:xfrm>
            <a:off x="5489962" y="4654316"/>
            <a:ext cx="3590276" cy="121079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1"/>
          <a:lstStyle/>
          <a:p>
            <a:r>
              <a:rPr kumimoji="1" lang="en-US" altLang="ja-JP" sz="13500" dirty="0">
                <a:solidFill>
                  <a:schemeClr val="bg1"/>
                </a:solidFill>
                <a:sym typeface="+mn-lt"/>
              </a:rPr>
              <a:t>×</a:t>
            </a:r>
            <a:endParaRPr kumimoji="1" lang="ja-JP" altLang="en-US" sz="13500" dirty="0">
              <a:solidFill>
                <a:schemeClr val="bg1"/>
              </a:solidFill>
              <a:sym typeface="+mn-lt"/>
            </a:endParaRPr>
          </a:p>
        </p:txBody>
      </p:sp>
    </p:spTree>
    <p:extLst>
      <p:ext uri="{BB962C8B-B14F-4D97-AF65-F5344CB8AC3E}">
        <p14:creationId xmlns:p14="http://schemas.microsoft.com/office/powerpoint/2010/main" val="42871479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A752CB7B-F9B2-44D4-A93F-2976B6EF4860}"/>
              </a:ext>
            </a:extLst>
          </p:cNvPr>
          <p:cNvSpPr>
            <a:spLocks noGrp="1"/>
          </p:cNvSpPr>
          <p:nvPr>
            <p:ph type="sldNum" sz="quarter" idx="13"/>
          </p:nvPr>
        </p:nvSpPr>
        <p:spPr/>
        <p:txBody>
          <a:bodyPr/>
          <a:lstStyle/>
          <a:p>
            <a:fld id="{A3EB1B23-9AF8-425B-BAD7-B9FA00F18833}" type="slidenum">
              <a:rPr lang="ja-JP" altLang="en-US" smtClean="0"/>
              <a:pPr/>
              <a:t>11</a:t>
            </a:fld>
            <a:endParaRPr lang="ja-JP" altLang="en-US" dirty="0"/>
          </a:p>
        </p:txBody>
      </p:sp>
      <p:sp>
        <p:nvSpPr>
          <p:cNvPr id="7" name="フッター プレースホルダー 6">
            <a:extLst>
              <a:ext uri="{FF2B5EF4-FFF2-40B4-BE49-F238E27FC236}">
                <a16:creationId xmlns:a16="http://schemas.microsoft.com/office/drawing/2014/main" id="{BAA3B0F2-0858-4DAC-A9E8-3F7654A5F816}"/>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7"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38"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nchor="t"/>
          <a:lstStyle/>
          <a:p>
            <a:br>
              <a:rPr lang="en-US" altLang="ja-JP" dirty="0">
                <a:sym typeface="+mj-lt"/>
              </a:rPr>
            </a:br>
            <a:r>
              <a:rPr lang="ja-JP" altLang="en-US" dirty="0">
                <a:sym typeface="+mj-lt"/>
              </a:rPr>
              <a:t>以下のボックスをコネクタ</a:t>
            </a:r>
            <a:r>
              <a:rPr lang="ja-JP" altLang="en-US" dirty="0"/>
              <a:t>（</a:t>
            </a:r>
            <a:r>
              <a:rPr lang="en-US" altLang="ja-JP" dirty="0"/>
              <a:t>3pt</a:t>
            </a:r>
            <a:r>
              <a:rPr lang="ja-JP" altLang="en-US" dirty="0"/>
              <a:t>、矢印）</a:t>
            </a:r>
            <a:r>
              <a:rPr lang="ja-JP" altLang="en-US" dirty="0">
                <a:sym typeface="+mj-lt"/>
              </a:rPr>
              <a:t>で結んでください（コネクタの色</a:t>
            </a:r>
            <a:r>
              <a:rPr lang="en-US" altLang="ja-JP" dirty="0">
                <a:sym typeface="+mj-lt"/>
              </a:rPr>
              <a:t>:</a:t>
            </a:r>
            <a:r>
              <a:rPr lang="ja-JP" altLang="en-US" dirty="0">
                <a:sym typeface="+mj-lt"/>
              </a:rPr>
              <a:t>図形枠と同じ色を使用）</a:t>
            </a:r>
          </a:p>
        </p:txBody>
      </p:sp>
      <p:sp>
        <p:nvSpPr>
          <p:cNvPr id="21" name="正方形/長方形 20"/>
          <p:cNvSpPr/>
          <p:nvPr/>
        </p:nvSpPr>
        <p:spPr bwMode="gray">
          <a:xfrm>
            <a:off x="5629100" y="4346856"/>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2" name="正方形/長方形 21"/>
          <p:cNvSpPr/>
          <p:nvPr/>
        </p:nvSpPr>
        <p:spPr bwMode="gray">
          <a:xfrm>
            <a:off x="6781100" y="4346856"/>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3" name="正方形/長方形 22"/>
          <p:cNvSpPr/>
          <p:nvPr/>
        </p:nvSpPr>
        <p:spPr bwMode="gray">
          <a:xfrm>
            <a:off x="7933100" y="4346856"/>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5" name="正方形/長方形 24"/>
          <p:cNvSpPr/>
          <p:nvPr/>
        </p:nvSpPr>
        <p:spPr bwMode="gray">
          <a:xfrm>
            <a:off x="6781100" y="22149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8" name="角丸四角形 27"/>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8</a:t>
            </a:r>
            <a:endParaRPr kumimoji="1" lang="ja-JP" altLang="en-US" sz="2000" b="1" dirty="0">
              <a:sym typeface="+mn-lt"/>
            </a:endParaRPr>
          </a:p>
        </p:txBody>
      </p:sp>
      <p:pic>
        <p:nvPicPr>
          <p:cNvPr id="2" name="図 1">
            <a:extLst>
              <a:ext uri="{FF2B5EF4-FFF2-40B4-BE49-F238E27FC236}">
                <a16:creationId xmlns:a16="http://schemas.microsoft.com/office/drawing/2014/main" id="{2B942346-31F2-4E89-81BC-CD59E1EC6E3A}"/>
              </a:ext>
            </a:extLst>
          </p:cNvPr>
          <p:cNvPicPr>
            <a:picLocks noChangeAspect="1"/>
          </p:cNvPicPr>
          <p:nvPr/>
        </p:nvPicPr>
        <p:blipFill>
          <a:blip r:embed="rId6"/>
          <a:stretch>
            <a:fillRect/>
          </a:stretch>
        </p:blipFill>
        <p:spPr>
          <a:xfrm>
            <a:off x="411901" y="1483200"/>
            <a:ext cx="4371211" cy="4840644"/>
          </a:xfrm>
          <a:prstGeom prst="rect">
            <a:avLst/>
          </a:prstGeom>
        </p:spPr>
      </p:pic>
      <p:cxnSp>
        <p:nvCxnSpPr>
          <p:cNvPr id="4" name="直線矢印コネクタ 3">
            <a:extLst>
              <a:ext uri="{FF2B5EF4-FFF2-40B4-BE49-F238E27FC236}">
                <a16:creationId xmlns:a16="http://schemas.microsoft.com/office/drawing/2014/main" id="{F2BD807F-8D7F-5EA7-D094-08FF39758B51}"/>
              </a:ext>
            </a:extLst>
          </p:cNvPr>
          <p:cNvCxnSpPr>
            <a:cxnSpLocks/>
            <a:stCxn id="22" idx="0"/>
            <a:endCxn id="25" idx="2"/>
          </p:cNvCxnSpPr>
          <p:nvPr/>
        </p:nvCxnSpPr>
        <p:spPr bwMode="gray">
          <a:xfrm flipV="1">
            <a:off x="7285100" y="3136519"/>
            <a:ext cx="0" cy="1210337"/>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コネクタ: カギ線 8">
            <a:extLst>
              <a:ext uri="{FF2B5EF4-FFF2-40B4-BE49-F238E27FC236}">
                <a16:creationId xmlns:a16="http://schemas.microsoft.com/office/drawing/2014/main" id="{73A9E0FC-C69B-C68E-399F-DAE456D086AA}"/>
              </a:ext>
            </a:extLst>
          </p:cNvPr>
          <p:cNvCxnSpPr>
            <a:cxnSpLocks/>
            <a:stCxn id="21" idx="0"/>
            <a:endCxn id="25" idx="2"/>
          </p:cNvCxnSpPr>
          <p:nvPr/>
        </p:nvCxnSpPr>
        <p:spPr bwMode="gray">
          <a:xfrm rot="5400000" flipH="1" flipV="1">
            <a:off x="6103932" y="3165688"/>
            <a:ext cx="1210337" cy="1152000"/>
          </a:xfrm>
          <a:prstGeom prst="bentConnector3">
            <a:avLst>
              <a:gd name="adj1" fmla="val 50000"/>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コネクタ: カギ線 11">
            <a:extLst>
              <a:ext uri="{FF2B5EF4-FFF2-40B4-BE49-F238E27FC236}">
                <a16:creationId xmlns:a16="http://schemas.microsoft.com/office/drawing/2014/main" id="{FDC0F4BA-3100-5B96-1C16-C2A4DF471650}"/>
              </a:ext>
            </a:extLst>
          </p:cNvPr>
          <p:cNvCxnSpPr>
            <a:cxnSpLocks/>
            <a:stCxn id="23" idx="0"/>
            <a:endCxn id="25" idx="2"/>
          </p:cNvCxnSpPr>
          <p:nvPr/>
        </p:nvCxnSpPr>
        <p:spPr bwMode="gray">
          <a:xfrm rot="16200000" flipV="1">
            <a:off x="7255932" y="3165688"/>
            <a:ext cx="1210337" cy="1152000"/>
          </a:xfrm>
          <a:prstGeom prst="bentConnector3">
            <a:avLst>
              <a:gd name="adj1" fmla="val 50000"/>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9543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extLst>
              <p:ext uri="{D42A27DB-BD31-4B8C-83A1-F6EECF244321}">
                <p14:modId xmlns:p14="http://schemas.microsoft.com/office/powerpoint/2010/main" val="67231026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3AAE5DB5-F67F-48D2-8BEC-ABBE2C169813}"/>
              </a:ext>
            </a:extLst>
          </p:cNvPr>
          <p:cNvSpPr>
            <a:spLocks noGrp="1"/>
          </p:cNvSpPr>
          <p:nvPr>
            <p:ph type="sldNum" sz="quarter" idx="13"/>
          </p:nvPr>
        </p:nvSpPr>
        <p:spPr/>
        <p:txBody>
          <a:bodyPr/>
          <a:lstStyle/>
          <a:p>
            <a:fld id="{A3EB1B23-9AF8-425B-BAD7-B9FA00F18833}" type="slidenum">
              <a:rPr lang="ja-JP" altLang="en-US" smtClean="0"/>
              <a:pPr/>
              <a:t>12</a:t>
            </a:fld>
            <a:endParaRPr lang="ja-JP" altLang="en-US" dirty="0"/>
          </a:p>
        </p:txBody>
      </p:sp>
      <p:sp>
        <p:nvSpPr>
          <p:cNvPr id="8" name="フッター プレースホルダー 7">
            <a:extLst>
              <a:ext uri="{FF2B5EF4-FFF2-40B4-BE49-F238E27FC236}">
                <a16:creationId xmlns:a16="http://schemas.microsoft.com/office/drawing/2014/main" id="{F2D268B0-17B6-4AE1-A5C7-32EB8DC019E1}"/>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61"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62" name="テキスト プレースホルダー 24"/>
          <p:cNvSpPr>
            <a:spLocks noGrp="1"/>
          </p:cNvSpPr>
          <p:nvPr>
            <p:ph type="body" sz="quarter" idx="16"/>
          </p:nvPr>
        </p:nvSpPr>
        <p:spPr bwMode="gray">
          <a:xfrm>
            <a:off x="5132388" y="1008000"/>
            <a:ext cx="4356000" cy="468000"/>
          </a:xfrm>
        </p:spPr>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ボックスを</a:t>
            </a:r>
            <a:r>
              <a:rPr lang="en-US" altLang="ja-JP" dirty="0">
                <a:sym typeface="+mj-lt"/>
              </a:rPr>
              <a:t>Orange</a:t>
            </a:r>
            <a:r>
              <a:rPr lang="ja-JP" altLang="en-US" dirty="0">
                <a:sym typeface="+mj-lt"/>
              </a:rPr>
              <a:t>枠に沿うように整列させてください</a:t>
            </a:r>
          </a:p>
        </p:txBody>
      </p:sp>
      <p:sp>
        <p:nvSpPr>
          <p:cNvPr id="16" name="正方形/長方形 15"/>
          <p:cNvSpPr/>
          <p:nvPr/>
        </p:nvSpPr>
        <p:spPr bwMode="gray">
          <a:xfrm>
            <a:off x="5288310" y="1637226"/>
            <a:ext cx="4044157" cy="4516360"/>
          </a:xfrm>
          <a:prstGeom prst="rect">
            <a:avLst/>
          </a:prstGeom>
          <a:noFill/>
          <a:ln w="25400">
            <a:solidFill>
              <a:srgbClr val="B5453A"/>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lang="ja-JP" altLang="en-US" dirty="0">
              <a:solidFill>
                <a:schemeClr val="tx1"/>
              </a:solidFill>
              <a:sym typeface="+mn-lt"/>
            </a:endParaRPr>
          </a:p>
        </p:txBody>
      </p:sp>
      <p:sp>
        <p:nvSpPr>
          <p:cNvPr id="4" name="正方形/長方形 3"/>
          <p:cNvSpPr/>
          <p:nvPr/>
        </p:nvSpPr>
        <p:spPr bwMode="gray">
          <a:xfrm>
            <a:off x="5304181" y="1751667"/>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17" name="正方形/長方形 16"/>
          <p:cNvSpPr/>
          <p:nvPr/>
        </p:nvSpPr>
        <p:spPr bwMode="gray">
          <a:xfrm>
            <a:off x="6287970" y="1560483"/>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18" name="正方形/長方形 17"/>
          <p:cNvSpPr/>
          <p:nvPr/>
        </p:nvSpPr>
        <p:spPr bwMode="gray">
          <a:xfrm>
            <a:off x="7266793" y="1747782"/>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19" name="正方形/長方形 18"/>
          <p:cNvSpPr/>
          <p:nvPr/>
        </p:nvSpPr>
        <p:spPr bwMode="gray">
          <a:xfrm>
            <a:off x="8474108" y="1795269"/>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0" name="正方形/長方形 19"/>
          <p:cNvSpPr/>
          <p:nvPr/>
        </p:nvSpPr>
        <p:spPr bwMode="gray">
          <a:xfrm>
            <a:off x="5578959" y="2350426"/>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1" name="正方形/長方形 20"/>
          <p:cNvSpPr/>
          <p:nvPr/>
        </p:nvSpPr>
        <p:spPr bwMode="gray">
          <a:xfrm>
            <a:off x="6437916" y="2695303"/>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2" name="正方形/長方形 21"/>
          <p:cNvSpPr/>
          <p:nvPr/>
        </p:nvSpPr>
        <p:spPr bwMode="gray">
          <a:xfrm>
            <a:off x="7408042" y="2568361"/>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3" name="正方形/長方形 22"/>
          <p:cNvSpPr/>
          <p:nvPr/>
        </p:nvSpPr>
        <p:spPr bwMode="gray">
          <a:xfrm>
            <a:off x="8237868" y="2876059"/>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4" name="正方形/長方形 23"/>
          <p:cNvSpPr/>
          <p:nvPr/>
        </p:nvSpPr>
        <p:spPr bwMode="gray">
          <a:xfrm>
            <a:off x="5304181" y="3385056"/>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5" name="正方形/長方形 24"/>
          <p:cNvSpPr/>
          <p:nvPr/>
        </p:nvSpPr>
        <p:spPr bwMode="gray">
          <a:xfrm>
            <a:off x="6254619" y="3638939"/>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6" name="正方形/長方形 25"/>
          <p:cNvSpPr/>
          <p:nvPr/>
        </p:nvSpPr>
        <p:spPr bwMode="gray">
          <a:xfrm>
            <a:off x="7266793" y="3511998"/>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7" name="正方形/長方形 26"/>
          <p:cNvSpPr/>
          <p:nvPr/>
        </p:nvSpPr>
        <p:spPr bwMode="gray">
          <a:xfrm>
            <a:off x="8319219" y="3612965"/>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8" name="正方形/長方形 27"/>
          <p:cNvSpPr/>
          <p:nvPr/>
        </p:nvSpPr>
        <p:spPr bwMode="gray">
          <a:xfrm>
            <a:off x="5379519" y="4328692"/>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9" name="正方形/長方形 28"/>
          <p:cNvSpPr/>
          <p:nvPr/>
        </p:nvSpPr>
        <p:spPr bwMode="gray">
          <a:xfrm>
            <a:off x="6437916" y="4328692"/>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0" name="正方形/長方形 29"/>
          <p:cNvSpPr/>
          <p:nvPr/>
        </p:nvSpPr>
        <p:spPr bwMode="gray">
          <a:xfrm>
            <a:off x="7528785" y="4559493"/>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1" name="正方形/長方形 30"/>
          <p:cNvSpPr/>
          <p:nvPr/>
        </p:nvSpPr>
        <p:spPr bwMode="gray">
          <a:xfrm>
            <a:off x="8578276" y="4219918"/>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2" name="正方形/長方形 31"/>
          <p:cNvSpPr/>
          <p:nvPr/>
        </p:nvSpPr>
        <p:spPr bwMode="gray">
          <a:xfrm>
            <a:off x="5467789" y="5145387"/>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3" name="正方形/長方形 32"/>
          <p:cNvSpPr/>
          <p:nvPr/>
        </p:nvSpPr>
        <p:spPr bwMode="gray">
          <a:xfrm>
            <a:off x="6297140" y="5023100"/>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4" name="正方形/長方形 33"/>
          <p:cNvSpPr/>
          <p:nvPr/>
        </p:nvSpPr>
        <p:spPr bwMode="gray">
          <a:xfrm>
            <a:off x="7198255" y="5389484"/>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5" name="正方形/長方形 34"/>
          <p:cNvSpPr/>
          <p:nvPr/>
        </p:nvSpPr>
        <p:spPr bwMode="gray">
          <a:xfrm>
            <a:off x="8304021" y="5283446"/>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56" name="角丸四角形 55"/>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9</a:t>
            </a:r>
            <a:endParaRPr kumimoji="1" lang="ja-JP" altLang="en-US" sz="2000" b="1" dirty="0">
              <a:sym typeface="+mn-lt"/>
            </a:endParaRPr>
          </a:p>
        </p:txBody>
      </p:sp>
      <p:pic>
        <p:nvPicPr>
          <p:cNvPr id="5" name="図 4">
            <a:extLst>
              <a:ext uri="{FF2B5EF4-FFF2-40B4-BE49-F238E27FC236}">
                <a16:creationId xmlns:a16="http://schemas.microsoft.com/office/drawing/2014/main" id="{4B65DC48-4E6E-481E-932D-849184D3D033}"/>
              </a:ext>
            </a:extLst>
          </p:cNvPr>
          <p:cNvPicPr>
            <a:picLocks noChangeAspect="1"/>
          </p:cNvPicPr>
          <p:nvPr/>
        </p:nvPicPr>
        <p:blipFill>
          <a:blip r:embed="rId6"/>
          <a:stretch>
            <a:fillRect/>
          </a:stretch>
        </p:blipFill>
        <p:spPr>
          <a:xfrm>
            <a:off x="413140" y="1483200"/>
            <a:ext cx="4365114" cy="4840644"/>
          </a:xfrm>
          <a:prstGeom prst="rect">
            <a:avLst/>
          </a:prstGeom>
        </p:spPr>
      </p:pic>
    </p:spTree>
    <p:extLst>
      <p:ext uri="{BB962C8B-B14F-4D97-AF65-F5344CB8AC3E}">
        <p14:creationId xmlns:p14="http://schemas.microsoft.com/office/powerpoint/2010/main" val="1430650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5228BA5B-7813-4B91-B0EA-E4616310D96D}"/>
              </a:ext>
            </a:extLst>
          </p:cNvPr>
          <p:cNvSpPr>
            <a:spLocks noGrp="1"/>
          </p:cNvSpPr>
          <p:nvPr>
            <p:ph type="sldNum" sz="quarter" idx="13"/>
          </p:nvPr>
        </p:nvSpPr>
        <p:spPr/>
        <p:txBody>
          <a:bodyPr/>
          <a:lstStyle/>
          <a:p>
            <a:fld id="{A3EB1B23-9AF8-425B-BAD7-B9FA00F18833}" type="slidenum">
              <a:rPr lang="ja-JP" altLang="en-US" smtClean="0"/>
              <a:pPr/>
              <a:t>13</a:t>
            </a:fld>
            <a:endParaRPr lang="ja-JP" altLang="en-US" dirty="0"/>
          </a:p>
        </p:txBody>
      </p:sp>
      <p:sp>
        <p:nvSpPr>
          <p:cNvPr id="9" name="フッター プレースホルダー 8">
            <a:extLst>
              <a:ext uri="{FF2B5EF4-FFF2-40B4-BE49-F238E27FC236}">
                <a16:creationId xmlns:a16="http://schemas.microsoft.com/office/drawing/2014/main" id="{3427CE56-1D51-40FA-B930-EB803D3F3F78}"/>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1" name="テキスト プレースホルダー 22"/>
          <p:cNvSpPr>
            <a:spLocks noGrp="1"/>
          </p:cNvSpPr>
          <p:nvPr>
            <p:ph type="body" sz="quarter" idx="15"/>
          </p:nvPr>
        </p:nvSpPr>
        <p:spPr bwMode="gray">
          <a:xfrm>
            <a:off x="416496" y="1008000"/>
            <a:ext cx="4356000" cy="468000"/>
          </a:xfrm>
        </p:spPr>
        <p:txBody>
          <a:bodyPr/>
          <a:lstStyle/>
          <a:p>
            <a:r>
              <a:rPr lang="ja-JP" altLang="en-US">
                <a:sym typeface="+mn-lt"/>
              </a:rPr>
              <a:t>例</a:t>
            </a:r>
            <a:endParaRPr lang="ja-JP" altLang="en-US" dirty="0">
              <a:sym typeface="+mn-lt"/>
            </a:endParaRPr>
          </a:p>
        </p:txBody>
      </p:sp>
      <p:sp>
        <p:nvSpPr>
          <p:cNvPr id="32"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円の中心をそろえ、カラーパレット最上段を使い、色を変更してください</a:t>
            </a:r>
          </a:p>
        </p:txBody>
      </p:sp>
      <p:sp>
        <p:nvSpPr>
          <p:cNvPr id="4" name="円/楕円 3"/>
          <p:cNvSpPr/>
          <p:nvPr/>
        </p:nvSpPr>
        <p:spPr bwMode="gray">
          <a:xfrm>
            <a:off x="5665100" y="2276519"/>
            <a:ext cx="3240000" cy="3240000"/>
          </a:xfrm>
          <a:prstGeom prst="ellipse">
            <a:avLst/>
          </a:prstGeom>
          <a:solidFill>
            <a:schemeClr val="accent4"/>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0" name="円/楕円 39"/>
          <p:cNvSpPr/>
          <p:nvPr/>
        </p:nvSpPr>
        <p:spPr bwMode="gray">
          <a:xfrm>
            <a:off x="5917100" y="2528519"/>
            <a:ext cx="2736000" cy="2736000"/>
          </a:xfrm>
          <a:prstGeom prst="ellipse">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1" name="円/楕円 40"/>
          <p:cNvSpPr/>
          <p:nvPr/>
        </p:nvSpPr>
        <p:spPr bwMode="gray">
          <a:xfrm>
            <a:off x="6205100" y="2816519"/>
            <a:ext cx="2160000" cy="2160000"/>
          </a:xfrm>
          <a:prstGeom prst="ellipse">
            <a:avLst/>
          </a:prstGeom>
          <a:solidFill>
            <a:schemeClr val="accent5"/>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2" name="円/楕円 41"/>
          <p:cNvSpPr/>
          <p:nvPr/>
        </p:nvSpPr>
        <p:spPr bwMode="gray">
          <a:xfrm>
            <a:off x="6493100" y="3104519"/>
            <a:ext cx="1584000" cy="1584000"/>
          </a:xfrm>
          <a:prstGeom prst="ellipse">
            <a:avLst/>
          </a:prstGeom>
          <a:solidFill>
            <a:schemeClr val="accent6"/>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ｓｆ</a:t>
            </a:r>
          </a:p>
        </p:txBody>
      </p:sp>
      <p:sp>
        <p:nvSpPr>
          <p:cNvPr id="43" name="円/楕円 42"/>
          <p:cNvSpPr/>
          <p:nvPr/>
        </p:nvSpPr>
        <p:spPr bwMode="gray">
          <a:xfrm>
            <a:off x="6799100" y="3410519"/>
            <a:ext cx="972000" cy="972000"/>
          </a:xfrm>
          <a:prstGeom prst="ellipse">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4" name="角丸四角形 23"/>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10</a:t>
            </a:r>
            <a:endParaRPr kumimoji="1" lang="ja-JP" altLang="en-US" sz="2000" b="1" dirty="0">
              <a:sym typeface="+mn-lt"/>
            </a:endParaRPr>
          </a:p>
        </p:txBody>
      </p:sp>
      <p:pic>
        <p:nvPicPr>
          <p:cNvPr id="5" name="図 4">
            <a:extLst>
              <a:ext uri="{FF2B5EF4-FFF2-40B4-BE49-F238E27FC236}">
                <a16:creationId xmlns:a16="http://schemas.microsoft.com/office/drawing/2014/main" id="{926700A8-B298-4B21-982E-A07EB77AB57C}"/>
              </a:ext>
            </a:extLst>
          </p:cNvPr>
          <p:cNvPicPr>
            <a:picLocks noChangeAspect="1"/>
          </p:cNvPicPr>
          <p:nvPr/>
        </p:nvPicPr>
        <p:blipFill>
          <a:blip r:embed="rId6"/>
          <a:stretch>
            <a:fillRect/>
          </a:stretch>
        </p:blipFill>
        <p:spPr>
          <a:xfrm>
            <a:off x="416496" y="1483200"/>
            <a:ext cx="4371211" cy="4840644"/>
          </a:xfrm>
          <a:prstGeom prst="rect">
            <a:avLst/>
          </a:prstGeom>
        </p:spPr>
      </p:pic>
    </p:spTree>
    <p:extLst>
      <p:ext uri="{BB962C8B-B14F-4D97-AF65-F5344CB8AC3E}">
        <p14:creationId xmlns:p14="http://schemas.microsoft.com/office/powerpoint/2010/main" val="21364410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正方形/長方形 28">
            <a:extLst>
              <a:ext uri="{FF2B5EF4-FFF2-40B4-BE49-F238E27FC236}">
                <a16:creationId xmlns:a16="http://schemas.microsoft.com/office/drawing/2014/main" id="{8DB6775B-FE03-4AE8-95FB-2F3B734E6F83}"/>
              </a:ext>
            </a:extLst>
          </p:cNvPr>
          <p:cNvSpPr/>
          <p:nvPr/>
        </p:nvSpPr>
        <p:spPr bwMode="gray">
          <a:xfrm>
            <a:off x="7101885" y="3876361"/>
            <a:ext cx="1978437" cy="1093705"/>
          </a:xfrm>
          <a:prstGeom prst="rect">
            <a:avLst/>
          </a:prstGeom>
          <a:solidFill>
            <a:schemeClr val="tx2"/>
          </a:solidFill>
          <a:ln w="12700" algn="ctr">
            <a:solidFill>
              <a:srgbClr val="C8CDD2"/>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endParaRPr kumimoji="1" lang="ja-JP" altLang="en-US" sz="1200" dirty="0"/>
          </a:p>
        </p:txBody>
      </p:sp>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62C740D8-5DD9-4291-A20D-D49312EE44A8}"/>
              </a:ext>
            </a:extLst>
          </p:cNvPr>
          <p:cNvSpPr>
            <a:spLocks noGrp="1"/>
          </p:cNvSpPr>
          <p:nvPr>
            <p:ph type="sldNum" sz="quarter" idx="13"/>
          </p:nvPr>
        </p:nvSpPr>
        <p:spPr/>
        <p:txBody>
          <a:bodyPr/>
          <a:lstStyle/>
          <a:p>
            <a:fld id="{A3EB1B23-9AF8-425B-BAD7-B9FA00F18833}" type="slidenum">
              <a:rPr lang="ja-JP" altLang="en-US" smtClean="0"/>
              <a:pPr/>
              <a:t>14</a:t>
            </a:fld>
            <a:endParaRPr lang="ja-JP" altLang="en-US" dirty="0"/>
          </a:p>
        </p:txBody>
      </p:sp>
      <p:sp>
        <p:nvSpPr>
          <p:cNvPr id="8" name="フッター プレースホルダー 7">
            <a:extLst>
              <a:ext uri="{FF2B5EF4-FFF2-40B4-BE49-F238E27FC236}">
                <a16:creationId xmlns:a16="http://schemas.microsoft.com/office/drawing/2014/main" id="{44B85A0A-97FA-4E8D-86E9-DF6F8283F04F}"/>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45"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46"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前面へ移動／背面へ移動を使用し、重なりの仕方を変えてください</a:t>
            </a:r>
          </a:p>
        </p:txBody>
      </p:sp>
      <p:sp>
        <p:nvSpPr>
          <p:cNvPr id="38" name="角丸四角形 37"/>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11</a:t>
            </a:r>
            <a:endParaRPr kumimoji="1" lang="ja-JP" altLang="en-US" sz="2000" b="1" dirty="0">
              <a:sym typeface="+mn-lt"/>
            </a:endParaRPr>
          </a:p>
        </p:txBody>
      </p:sp>
      <p:sp>
        <p:nvSpPr>
          <p:cNvPr id="30" name="正方形/長方形 29">
            <a:extLst>
              <a:ext uri="{FF2B5EF4-FFF2-40B4-BE49-F238E27FC236}">
                <a16:creationId xmlns:a16="http://schemas.microsoft.com/office/drawing/2014/main" id="{DB2E7F89-B51F-4756-AFD8-AE849D57F8A6}"/>
              </a:ext>
            </a:extLst>
          </p:cNvPr>
          <p:cNvSpPr/>
          <p:nvPr/>
        </p:nvSpPr>
        <p:spPr bwMode="gray">
          <a:xfrm>
            <a:off x="6218256" y="3463892"/>
            <a:ext cx="1978437" cy="1093705"/>
          </a:xfrm>
          <a:prstGeom prst="rect">
            <a:avLst/>
          </a:prstGeom>
          <a:solidFill>
            <a:schemeClr val="accent6"/>
          </a:solidFill>
          <a:ln w="12700" algn="ctr">
            <a:solidFill>
              <a:srgbClr val="C8CDD2"/>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endParaRPr kumimoji="1" lang="ja-JP" altLang="en-US" sz="1200" dirty="0"/>
          </a:p>
        </p:txBody>
      </p:sp>
      <p:pic>
        <p:nvPicPr>
          <p:cNvPr id="14" name="図 13">
            <a:extLst>
              <a:ext uri="{FF2B5EF4-FFF2-40B4-BE49-F238E27FC236}">
                <a16:creationId xmlns:a16="http://schemas.microsoft.com/office/drawing/2014/main" id="{B35005D2-D051-45C6-A671-58F3F6FA497A}"/>
              </a:ext>
            </a:extLst>
          </p:cNvPr>
          <p:cNvPicPr>
            <a:picLocks noChangeAspect="1"/>
          </p:cNvPicPr>
          <p:nvPr/>
        </p:nvPicPr>
        <p:blipFill>
          <a:blip r:embed="rId6"/>
          <a:stretch>
            <a:fillRect/>
          </a:stretch>
        </p:blipFill>
        <p:spPr>
          <a:xfrm>
            <a:off x="416496" y="1483200"/>
            <a:ext cx="4371211" cy="4840644"/>
          </a:xfrm>
          <a:prstGeom prst="rect">
            <a:avLst/>
          </a:prstGeom>
        </p:spPr>
      </p:pic>
      <p:sp>
        <p:nvSpPr>
          <p:cNvPr id="31" name="正方形/長方形 30">
            <a:extLst>
              <a:ext uri="{FF2B5EF4-FFF2-40B4-BE49-F238E27FC236}">
                <a16:creationId xmlns:a16="http://schemas.microsoft.com/office/drawing/2014/main" id="{D26F0C29-3793-44A0-80F0-D93B7301BDA6}"/>
              </a:ext>
            </a:extLst>
          </p:cNvPr>
          <p:cNvSpPr/>
          <p:nvPr/>
        </p:nvSpPr>
        <p:spPr bwMode="gray">
          <a:xfrm>
            <a:off x="5401745" y="3051425"/>
            <a:ext cx="1978437" cy="1093705"/>
          </a:xfrm>
          <a:prstGeom prst="rect">
            <a:avLst/>
          </a:prstGeom>
          <a:solidFill>
            <a:schemeClr val="accent1"/>
          </a:solidFill>
          <a:ln w="12700" algn="ctr">
            <a:solidFill>
              <a:srgbClr val="C8CDD2"/>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endParaRPr kumimoji="1" lang="ja-JP" altLang="en-US" sz="1200" dirty="0"/>
          </a:p>
        </p:txBody>
      </p:sp>
    </p:spTree>
    <p:extLst>
      <p:ext uri="{BB962C8B-B14F-4D97-AF65-F5344CB8AC3E}">
        <p14:creationId xmlns:p14="http://schemas.microsoft.com/office/powerpoint/2010/main" val="28682161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1" name="正方形/長方形 10" hidden="1"/>
          <p:cNvSpPr/>
          <p:nvPr>
            <p:custDataLst>
              <p:tags r:id="rId2"/>
            </p:custDataLst>
          </p:nvPr>
        </p:nvSpPr>
        <p:spPr bwMode="gray">
          <a:xfrm>
            <a:off x="0" y="0"/>
            <a:ext cx="158750" cy="158750"/>
          </a:xfrm>
          <a:prstGeom prst="rect">
            <a:avLst/>
          </a:prstGeom>
          <a:solidFill>
            <a:srgbClr val="C8CDD2"/>
          </a:solidFill>
          <a:ln w="12700" algn="ctr">
            <a:solidFill>
              <a:srgbClr val="C8CDD2"/>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en-US" altLang="ja-JP" sz="2000" b="1" u="none" strike="noStrike" kern="1200" cap="none" spc="0" normalizeH="0" noProof="0" dirty="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2" name="スライド番号プレースホルダー 1">
            <a:extLst>
              <a:ext uri="{FF2B5EF4-FFF2-40B4-BE49-F238E27FC236}">
                <a16:creationId xmlns:a16="http://schemas.microsoft.com/office/drawing/2014/main" id="{BEA6F321-D028-41DA-AB66-7C9E7C4E9B26}"/>
              </a:ext>
            </a:extLst>
          </p:cNvPr>
          <p:cNvSpPr>
            <a:spLocks noGrp="1"/>
          </p:cNvSpPr>
          <p:nvPr>
            <p:ph type="sldNum" sz="quarter" idx="13"/>
          </p:nvPr>
        </p:nvSpPr>
        <p:spPr/>
        <p:txBody>
          <a:bodyPr/>
          <a:lstStyle/>
          <a:p>
            <a:fld id="{A3EB1B23-9AF8-425B-BAD7-B9FA00F18833}" type="slidenum">
              <a:rPr lang="ja-JP" altLang="en-US" smtClean="0"/>
              <a:pPr/>
              <a:t>15</a:t>
            </a:fld>
            <a:endParaRPr lang="ja-JP" altLang="en-US" dirty="0"/>
          </a:p>
        </p:txBody>
      </p:sp>
      <p:sp>
        <p:nvSpPr>
          <p:cNvPr id="7" name="フッター プレースホルダー 6">
            <a:extLst>
              <a:ext uri="{FF2B5EF4-FFF2-40B4-BE49-F238E27FC236}">
                <a16:creationId xmlns:a16="http://schemas.microsoft.com/office/drawing/2014/main" id="{66CD9783-9FF1-4920-95CA-E608C1499966}"/>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45"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46"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br>
              <a:rPr lang="en-US" altLang="ja-JP" dirty="0">
                <a:sym typeface="+mj-lt"/>
              </a:rPr>
            </a:br>
            <a:br>
              <a:rPr lang="en-US" altLang="ja-JP" dirty="0">
                <a:sym typeface="+mj-lt"/>
              </a:rPr>
            </a:br>
            <a:br>
              <a:rPr lang="en-US" altLang="ja-JP" dirty="0">
                <a:sym typeface="+mj-lt"/>
              </a:rPr>
            </a:br>
            <a:br>
              <a:rPr lang="en-US" altLang="ja-JP" dirty="0">
                <a:sym typeface="+mj-lt"/>
              </a:rPr>
            </a:br>
            <a:br>
              <a:rPr lang="en-US" altLang="ja-JP" dirty="0">
                <a:sym typeface="+mj-lt"/>
              </a:rPr>
            </a:br>
            <a:r>
              <a:rPr lang="ja-JP" altLang="en-US" dirty="0">
                <a:sym typeface="+mj-lt"/>
              </a:rPr>
              <a:t>グループ化してから縮小することで、</a:t>
            </a:r>
            <a:r>
              <a:rPr lang="en-US" altLang="ja-JP" dirty="0">
                <a:sym typeface="+mj-lt"/>
              </a:rPr>
              <a:t> Orange</a:t>
            </a:r>
            <a:r>
              <a:rPr lang="ja-JP" altLang="en-US" dirty="0">
                <a:sym typeface="+mj-lt"/>
              </a:rPr>
              <a:t>枠の中に図を収めてください</a:t>
            </a:r>
          </a:p>
        </p:txBody>
      </p:sp>
      <p:grpSp>
        <p:nvGrpSpPr>
          <p:cNvPr id="4" name="グループ化 3">
            <a:extLst>
              <a:ext uri="{FF2B5EF4-FFF2-40B4-BE49-F238E27FC236}">
                <a16:creationId xmlns:a16="http://schemas.microsoft.com/office/drawing/2014/main" id="{58544F3C-51A9-8448-7C99-6289F929DDAD}"/>
              </a:ext>
            </a:extLst>
          </p:cNvPr>
          <p:cNvGrpSpPr/>
          <p:nvPr/>
        </p:nvGrpSpPr>
        <p:grpSpPr>
          <a:xfrm>
            <a:off x="6226569" y="2391427"/>
            <a:ext cx="2117063" cy="3010185"/>
            <a:chOff x="5558181" y="1646407"/>
            <a:chExt cx="3453838" cy="4500224"/>
          </a:xfrm>
        </p:grpSpPr>
        <p:sp>
          <p:nvSpPr>
            <p:cNvPr id="66" name="正方形/長方形 65"/>
            <p:cNvSpPr/>
            <p:nvPr/>
          </p:nvSpPr>
          <p:spPr bwMode="gray">
            <a:xfrm>
              <a:off x="5558181" y="1646407"/>
              <a:ext cx="1008000" cy="4500224"/>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67" name="正方形/長方形 66"/>
            <p:cNvSpPr/>
            <p:nvPr/>
          </p:nvSpPr>
          <p:spPr bwMode="gray">
            <a:xfrm>
              <a:off x="5854917" y="2904641"/>
              <a:ext cx="1008000" cy="921600"/>
            </a:xfrm>
            <a:prstGeom prst="rect">
              <a:avLst/>
            </a:prstGeom>
            <a:solidFill>
              <a:srgbClr val="A0A6AE"/>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68" name="正方形/長方形 67"/>
            <p:cNvSpPr/>
            <p:nvPr/>
          </p:nvSpPr>
          <p:spPr bwMode="gray">
            <a:xfrm>
              <a:off x="5854917" y="3963038"/>
              <a:ext cx="1008000" cy="921600"/>
            </a:xfrm>
            <a:prstGeom prst="rect">
              <a:avLst/>
            </a:prstGeom>
            <a:solidFill>
              <a:srgbClr val="A0A6AE"/>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69" name="正方形/長方形 68"/>
            <p:cNvSpPr/>
            <p:nvPr/>
          </p:nvSpPr>
          <p:spPr bwMode="gray">
            <a:xfrm>
              <a:off x="5851607" y="5021434"/>
              <a:ext cx="1008000" cy="921600"/>
            </a:xfrm>
            <a:prstGeom prst="rect">
              <a:avLst/>
            </a:prstGeom>
            <a:solidFill>
              <a:srgbClr val="A0A6AE"/>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70" name="正方形/長方形 69"/>
            <p:cNvSpPr/>
            <p:nvPr/>
          </p:nvSpPr>
          <p:spPr bwMode="gray">
            <a:xfrm>
              <a:off x="6946343" y="5021434"/>
              <a:ext cx="2065676"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71" name="正方形/長方形 70"/>
            <p:cNvSpPr/>
            <p:nvPr/>
          </p:nvSpPr>
          <p:spPr bwMode="gray">
            <a:xfrm>
              <a:off x="6946343" y="3963038"/>
              <a:ext cx="2065676"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72" name="正方形/長方形 71"/>
            <p:cNvSpPr/>
            <p:nvPr/>
          </p:nvSpPr>
          <p:spPr bwMode="gray">
            <a:xfrm>
              <a:off x="6946343" y="2904641"/>
              <a:ext cx="2065676"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73" name="正方形/長方形 72"/>
            <p:cNvSpPr/>
            <p:nvPr/>
          </p:nvSpPr>
          <p:spPr bwMode="gray">
            <a:xfrm>
              <a:off x="5851607" y="1846244"/>
              <a:ext cx="1008000" cy="921600"/>
            </a:xfrm>
            <a:prstGeom prst="rect">
              <a:avLst/>
            </a:prstGeom>
            <a:solidFill>
              <a:srgbClr val="A0A6AE"/>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74" name="正方形/長方形 73"/>
            <p:cNvSpPr/>
            <p:nvPr/>
          </p:nvSpPr>
          <p:spPr bwMode="gray">
            <a:xfrm>
              <a:off x="6946343" y="1846244"/>
              <a:ext cx="2065676"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grpSp>
      <p:sp>
        <p:nvSpPr>
          <p:cNvPr id="9" name="正方形/長方形 8"/>
          <p:cNvSpPr/>
          <p:nvPr/>
        </p:nvSpPr>
        <p:spPr bwMode="gray">
          <a:xfrm>
            <a:off x="6226569" y="2391427"/>
            <a:ext cx="2117063" cy="3010185"/>
          </a:xfrm>
          <a:prstGeom prst="rect">
            <a:avLst/>
          </a:prstGeom>
          <a:noFill/>
          <a:ln>
            <a:solidFill>
              <a:srgbClr val="B5453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endParaRPr kumimoji="1" lang="ja-JP" altLang="en-US">
              <a:sym typeface="+mn-lt"/>
            </a:endParaRPr>
          </a:p>
        </p:txBody>
      </p:sp>
      <p:sp>
        <p:nvSpPr>
          <p:cNvPr id="35" name="角丸四角形 34"/>
          <p:cNvSpPr/>
          <p:nvPr/>
        </p:nvSpPr>
        <p:spPr bwMode="gray">
          <a:xfrm>
            <a:off x="403200" y="140709"/>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12</a:t>
            </a:r>
            <a:endParaRPr kumimoji="1" lang="ja-JP" altLang="en-US" sz="2000" b="1" dirty="0">
              <a:sym typeface="+mn-lt"/>
            </a:endParaRPr>
          </a:p>
        </p:txBody>
      </p:sp>
      <p:pic>
        <p:nvPicPr>
          <p:cNvPr id="5" name="図 4">
            <a:extLst>
              <a:ext uri="{FF2B5EF4-FFF2-40B4-BE49-F238E27FC236}">
                <a16:creationId xmlns:a16="http://schemas.microsoft.com/office/drawing/2014/main" id="{FCDCB4C0-0010-4113-AD64-202312847B72}"/>
              </a:ext>
            </a:extLst>
          </p:cNvPr>
          <p:cNvPicPr>
            <a:picLocks noChangeAspect="1"/>
          </p:cNvPicPr>
          <p:nvPr/>
        </p:nvPicPr>
        <p:blipFill>
          <a:blip r:embed="rId7"/>
          <a:stretch>
            <a:fillRect/>
          </a:stretch>
        </p:blipFill>
        <p:spPr>
          <a:xfrm>
            <a:off x="416496" y="1488318"/>
            <a:ext cx="4365114" cy="4840644"/>
          </a:xfrm>
          <a:prstGeom prst="rect">
            <a:avLst/>
          </a:prstGeom>
        </p:spPr>
      </p:pic>
    </p:spTree>
    <p:extLst>
      <p:ext uri="{BB962C8B-B14F-4D97-AF65-F5344CB8AC3E}">
        <p14:creationId xmlns:p14="http://schemas.microsoft.com/office/powerpoint/2010/main" val="2024777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FB57A896-E86A-4EB7-B70B-1E5C9F2AFD6D}"/>
              </a:ext>
            </a:extLst>
          </p:cNvPr>
          <p:cNvSpPr>
            <a:spLocks noGrp="1"/>
          </p:cNvSpPr>
          <p:nvPr>
            <p:ph type="sldNum" sz="quarter" idx="13"/>
          </p:nvPr>
        </p:nvSpPr>
        <p:spPr/>
        <p:txBody>
          <a:bodyPr/>
          <a:lstStyle/>
          <a:p>
            <a:fld id="{A3EB1B23-9AF8-425B-BAD7-B9FA00F18833}" type="slidenum">
              <a:rPr lang="ja-JP" altLang="en-US" smtClean="0"/>
              <a:pPr/>
              <a:t>16</a:t>
            </a:fld>
            <a:endParaRPr lang="ja-JP" altLang="en-US" dirty="0"/>
          </a:p>
        </p:txBody>
      </p:sp>
      <p:sp>
        <p:nvSpPr>
          <p:cNvPr id="7" name="フッター プレースホルダー 6">
            <a:extLst>
              <a:ext uri="{FF2B5EF4-FFF2-40B4-BE49-F238E27FC236}">
                <a16:creationId xmlns:a16="http://schemas.microsoft.com/office/drawing/2014/main" id="{6F886C87-04B9-4370-A14A-451FD418B5F6}"/>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57"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59"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図形を指定されたサイズに変更してください（</a:t>
            </a:r>
            <a:r>
              <a:rPr lang="ja-JP" altLang="en-US" dirty="0"/>
              <a:t>図形を移動させてはいけない</a:t>
            </a:r>
            <a:r>
              <a:rPr lang="ja-JP" altLang="en-US" dirty="0">
                <a:sym typeface="+mj-lt"/>
              </a:rPr>
              <a:t>）</a:t>
            </a:r>
          </a:p>
        </p:txBody>
      </p:sp>
      <p:sp>
        <p:nvSpPr>
          <p:cNvPr id="34" name="角丸四角形 33"/>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13</a:t>
            </a:r>
            <a:endParaRPr kumimoji="1" lang="ja-JP" altLang="en-US" sz="2000" b="1" dirty="0">
              <a:sym typeface="+mn-lt"/>
            </a:endParaRPr>
          </a:p>
        </p:txBody>
      </p:sp>
      <p:sp>
        <p:nvSpPr>
          <p:cNvPr id="89" name="二等辺三角形 88"/>
          <p:cNvSpPr/>
          <p:nvPr/>
        </p:nvSpPr>
        <p:spPr bwMode="gray">
          <a:xfrm>
            <a:off x="5485100" y="2123357"/>
            <a:ext cx="3600000" cy="720000"/>
          </a:xfrm>
          <a:prstGeom prst="triangle">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90" name="正方形/長方形 89"/>
          <p:cNvSpPr/>
          <p:nvPr/>
        </p:nvSpPr>
        <p:spPr bwMode="gray">
          <a:xfrm>
            <a:off x="5485100" y="2843357"/>
            <a:ext cx="720000" cy="2106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92" name="正方形/長方形 91"/>
          <p:cNvSpPr/>
          <p:nvPr/>
        </p:nvSpPr>
        <p:spPr bwMode="gray">
          <a:xfrm>
            <a:off x="6925100" y="2843357"/>
            <a:ext cx="720000" cy="2106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94" name="正方形/長方形 93"/>
          <p:cNvSpPr/>
          <p:nvPr/>
        </p:nvSpPr>
        <p:spPr bwMode="gray">
          <a:xfrm>
            <a:off x="8365100" y="2843357"/>
            <a:ext cx="720000" cy="2106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95" name="正方形/長方形 94"/>
          <p:cNvSpPr/>
          <p:nvPr/>
        </p:nvSpPr>
        <p:spPr bwMode="gray">
          <a:xfrm>
            <a:off x="5485100" y="4949682"/>
            <a:ext cx="3600000" cy="720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pic>
        <p:nvPicPr>
          <p:cNvPr id="2" name="図 1">
            <a:extLst>
              <a:ext uri="{FF2B5EF4-FFF2-40B4-BE49-F238E27FC236}">
                <a16:creationId xmlns:a16="http://schemas.microsoft.com/office/drawing/2014/main" id="{F2E5826D-B8F7-4D90-8A5B-FCE492E4518C}"/>
              </a:ext>
            </a:extLst>
          </p:cNvPr>
          <p:cNvPicPr>
            <a:picLocks noChangeAspect="1"/>
          </p:cNvPicPr>
          <p:nvPr/>
        </p:nvPicPr>
        <p:blipFill>
          <a:blip r:embed="rId6"/>
          <a:stretch>
            <a:fillRect/>
          </a:stretch>
        </p:blipFill>
        <p:spPr>
          <a:xfrm>
            <a:off x="93828" y="1483200"/>
            <a:ext cx="4694327" cy="4840644"/>
          </a:xfrm>
          <a:prstGeom prst="rect">
            <a:avLst/>
          </a:prstGeom>
        </p:spPr>
      </p:pic>
    </p:spTree>
    <p:extLst>
      <p:ext uri="{BB962C8B-B14F-4D97-AF65-F5344CB8AC3E}">
        <p14:creationId xmlns:p14="http://schemas.microsoft.com/office/powerpoint/2010/main" val="4184687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459EB916-F338-4FB7-9B65-A40929ED5E7F}"/>
              </a:ext>
            </a:extLst>
          </p:cNvPr>
          <p:cNvSpPr>
            <a:spLocks noGrp="1"/>
          </p:cNvSpPr>
          <p:nvPr>
            <p:ph type="sldNum" sz="quarter" idx="13"/>
          </p:nvPr>
        </p:nvSpPr>
        <p:spPr/>
        <p:txBody>
          <a:bodyPr/>
          <a:lstStyle/>
          <a:p>
            <a:fld id="{A3EB1B23-9AF8-425B-BAD7-B9FA00F18833}" type="slidenum">
              <a:rPr lang="ja-JP" altLang="en-US" smtClean="0"/>
              <a:pPr/>
              <a:t>17</a:t>
            </a:fld>
            <a:endParaRPr lang="ja-JP" altLang="en-US" dirty="0"/>
          </a:p>
        </p:txBody>
      </p:sp>
      <p:sp>
        <p:nvSpPr>
          <p:cNvPr id="8" name="フッター プレースホルダー 7">
            <a:extLst>
              <a:ext uri="{FF2B5EF4-FFF2-40B4-BE49-F238E27FC236}">
                <a16:creationId xmlns:a16="http://schemas.microsoft.com/office/drawing/2014/main" id="{3AD501CD-DA37-4796-80B5-719F033E7CCD}"/>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2" name="テキスト プレースホルダー 22"/>
          <p:cNvSpPr>
            <a:spLocks noGrp="1"/>
          </p:cNvSpPr>
          <p:nvPr>
            <p:ph type="body" sz="quarter" idx="15"/>
          </p:nvPr>
        </p:nvSpPr>
        <p:spPr/>
        <p:txBody>
          <a:bodyPr/>
          <a:lstStyle/>
          <a:p>
            <a:r>
              <a:rPr lang="ja-JP" altLang="en-US" dirty="0">
                <a:sym typeface="+mn-lt"/>
              </a:rPr>
              <a:t>例</a:t>
            </a:r>
          </a:p>
        </p:txBody>
      </p:sp>
      <p:sp>
        <p:nvSpPr>
          <p:cNvPr id="33" name="テキスト プレースホルダー 24"/>
          <p:cNvSpPr>
            <a:spLocks noGrp="1"/>
          </p:cNvSpPr>
          <p:nvPr>
            <p:ph type="body" sz="quarter" idx="16"/>
          </p:nvPr>
        </p:nvSpPr>
        <p:spPr/>
        <p:txBody>
          <a:bodyPr/>
          <a:lstStyle/>
          <a:p>
            <a:r>
              <a:rPr lang="ja-JP" altLang="en-US">
                <a:sym typeface="+mn-lt"/>
              </a:rPr>
              <a:t>解答欄</a:t>
            </a:r>
            <a:endParaRPr lang="ja-JP" altLang="en-US" dirty="0">
              <a:sym typeface="+mn-lt"/>
            </a:endParaRPr>
          </a:p>
        </p:txBody>
      </p:sp>
      <p:sp>
        <p:nvSpPr>
          <p:cNvPr id="12" name="タイトル 11"/>
          <p:cNvSpPr>
            <a:spLocks noGrp="1"/>
          </p:cNvSpPr>
          <p:nvPr>
            <p:ph type="title"/>
          </p:nvPr>
        </p:nvSpPr>
        <p:spPr/>
        <p:txBody>
          <a:bodyPr vert="horz"/>
          <a:lstStyle/>
          <a:p>
            <a:r>
              <a:rPr lang="ja-JP" altLang="en-US" dirty="0"/>
              <a:t>赤色の図形は移動せずに、既存の図形を加工して、例と同じ図を描いてください</a:t>
            </a:r>
            <a:endParaRPr kumimoji="1" lang="ja-JP" altLang="en-US" dirty="0"/>
          </a:p>
        </p:txBody>
      </p:sp>
      <p:sp>
        <p:nvSpPr>
          <p:cNvPr id="39" name="Rectangle 2"/>
          <p:cNvSpPr txBox="1">
            <a:spLocks noChangeArrowheads="1"/>
          </p:cNvSpPr>
          <p:nvPr/>
        </p:nvSpPr>
        <p:spPr bwMode="gray">
          <a:xfrm>
            <a:off x="417000" y="180000"/>
            <a:ext cx="9072000" cy="615600"/>
          </a:xfrm>
          <a:prstGeom prst="rect">
            <a:avLst/>
          </a:prstGeom>
        </p:spPr>
        <p:txBody>
          <a:bodyPr vert="horz" lIns="0" tIns="0" rIns="0" bIns="0" rtlCol="0" anchor="b" anchorCtr="0">
            <a:noAutofit/>
          </a:bodyPr>
          <a:lstStyle>
            <a:lvl1pPr algn="l" defTabSz="990564" rtl="0" eaLnBrk="1" latinLnBrk="0" hangingPunct="1">
              <a:spcBef>
                <a:spcPct val="0"/>
              </a:spcBef>
              <a:buNone/>
              <a:defRPr kumimoji="1" sz="2000" b="1" kern="1200">
                <a:solidFill>
                  <a:schemeClr val="tx1"/>
                </a:solidFill>
                <a:latin typeface="+mj-lt"/>
                <a:ea typeface="+mj-ea"/>
                <a:cs typeface="+mj-cs"/>
                <a:sym typeface="+mj-lt"/>
              </a:defRPr>
            </a:lvl1pPr>
          </a:lstStyle>
          <a:p>
            <a:pPr fontAlgn="auto">
              <a:spcAft>
                <a:spcPts val="0"/>
              </a:spcAft>
            </a:pPr>
            <a:endParaRPr lang="ja-JP" altLang="en-US" dirty="0"/>
          </a:p>
        </p:txBody>
      </p:sp>
      <p:sp>
        <p:nvSpPr>
          <p:cNvPr id="25" name="角丸四角形 24"/>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olidFill>
                  <a:prstClr val="white"/>
                </a:solidFill>
                <a:sym typeface="+mn-lt"/>
              </a:rPr>
              <a:t>設問</a:t>
            </a:r>
            <a:r>
              <a:rPr lang="en-US" altLang="ja-JP" sz="2000" b="1" dirty="0">
                <a:solidFill>
                  <a:prstClr val="white"/>
                </a:solidFill>
                <a:sym typeface="+mn-lt"/>
              </a:rPr>
              <a:t>14</a:t>
            </a:r>
            <a:endParaRPr kumimoji="1" lang="ja-JP" altLang="en-US" sz="2000" b="1" dirty="0">
              <a:solidFill>
                <a:prstClr val="white"/>
              </a:solidFill>
              <a:sym typeface="+mn-lt"/>
            </a:endParaRPr>
          </a:p>
        </p:txBody>
      </p:sp>
      <p:sp>
        <p:nvSpPr>
          <p:cNvPr id="29" name="円/楕円 28"/>
          <p:cNvSpPr/>
          <p:nvPr/>
        </p:nvSpPr>
        <p:spPr bwMode="gray">
          <a:xfrm>
            <a:off x="5638334" y="1903406"/>
            <a:ext cx="654033" cy="927847"/>
          </a:xfrm>
          <a:prstGeom prst="rect">
            <a:avLst/>
          </a:prstGeom>
          <a:solidFill>
            <a:srgbClr val="B5453A"/>
          </a:solidFill>
          <a:ln w="12700" algn="ctr">
            <a:solidFill>
              <a:srgbClr val="B5453A"/>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r>
              <a:rPr kumimoji="1" lang="en-US" altLang="ja-JP" sz="1200" dirty="0">
                <a:solidFill>
                  <a:prstClr val="black"/>
                </a:solidFill>
                <a:latin typeface="+mn-lt"/>
                <a:cs typeface="+mn-cs"/>
                <a:sym typeface="+mn-lt"/>
              </a:rPr>
              <a:t>1</a:t>
            </a:r>
            <a:endParaRPr kumimoji="1" lang="ja-JP" altLang="en-US" sz="1200" dirty="0">
              <a:solidFill>
                <a:prstClr val="black"/>
              </a:solidFill>
              <a:latin typeface="+mn-lt"/>
              <a:cs typeface="+mn-cs"/>
              <a:sym typeface="+mn-lt"/>
            </a:endParaRPr>
          </a:p>
        </p:txBody>
      </p:sp>
      <p:sp>
        <p:nvSpPr>
          <p:cNvPr id="30" name="正方形/長方形 29"/>
          <p:cNvSpPr/>
          <p:nvPr/>
        </p:nvSpPr>
        <p:spPr bwMode="gray">
          <a:xfrm>
            <a:off x="5638334" y="3301253"/>
            <a:ext cx="654033" cy="927847"/>
          </a:xfrm>
          <a:prstGeom prst="rect">
            <a:avLst/>
          </a:prstGeom>
          <a:solidFill>
            <a:srgbClr val="B5453A"/>
          </a:solidFill>
          <a:ln w="12700" algn="ctr">
            <a:solidFill>
              <a:srgbClr val="B5453A"/>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r>
              <a:rPr kumimoji="1" lang="en-US" altLang="ja-JP" sz="1200" dirty="0">
                <a:latin typeface="+mn-lt"/>
                <a:cs typeface="+mn-cs"/>
                <a:sym typeface="+mn-lt"/>
              </a:rPr>
              <a:t>2</a:t>
            </a:r>
            <a:endParaRPr kumimoji="1" lang="ja-JP" altLang="en-US" sz="1200" dirty="0">
              <a:latin typeface="+mn-lt"/>
              <a:cs typeface="+mn-cs"/>
              <a:sym typeface="+mn-lt"/>
            </a:endParaRPr>
          </a:p>
        </p:txBody>
      </p:sp>
      <p:sp>
        <p:nvSpPr>
          <p:cNvPr id="31" name="正方形/長方形 30"/>
          <p:cNvSpPr/>
          <p:nvPr/>
        </p:nvSpPr>
        <p:spPr bwMode="gray">
          <a:xfrm>
            <a:off x="5638334" y="4699100"/>
            <a:ext cx="654033" cy="927847"/>
          </a:xfrm>
          <a:prstGeom prst="rect">
            <a:avLst/>
          </a:prstGeom>
          <a:solidFill>
            <a:srgbClr val="B5453A"/>
          </a:solidFill>
          <a:ln w="12700" algn="ctr">
            <a:solidFill>
              <a:srgbClr val="B5453A"/>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r>
              <a:rPr kumimoji="1" lang="en-US" altLang="ja-JP" sz="1200" dirty="0">
                <a:solidFill>
                  <a:prstClr val="black"/>
                </a:solidFill>
                <a:latin typeface="+mn-lt"/>
                <a:cs typeface="+mn-cs"/>
                <a:sym typeface="+mn-lt"/>
              </a:rPr>
              <a:t>3</a:t>
            </a:r>
          </a:p>
        </p:txBody>
      </p:sp>
      <p:sp>
        <p:nvSpPr>
          <p:cNvPr id="34" name="正方形/長方形 33"/>
          <p:cNvSpPr/>
          <p:nvPr/>
        </p:nvSpPr>
        <p:spPr bwMode="gray">
          <a:xfrm>
            <a:off x="6498946" y="1903406"/>
            <a:ext cx="2432920" cy="927847"/>
          </a:xfrm>
          <a:prstGeom prst="rect">
            <a:avLst/>
          </a:prstGeom>
          <a:solidFill>
            <a:schemeClr val="bg1"/>
          </a:solidFill>
          <a:ln w="12700" algn="ctr">
            <a:solidFill>
              <a:srgbClr val="B5453A"/>
            </a:solid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indent="-171450">
              <a:buFont typeface="Wingdings" panose="05000000000000000000" pitchFamily="2" charset="2"/>
              <a:buChar char="Ø"/>
            </a:pPr>
            <a:r>
              <a:rPr kumimoji="1" lang="en-US" altLang="ja-JP" sz="1200" dirty="0">
                <a:solidFill>
                  <a:prstClr val="black"/>
                </a:solidFill>
                <a:latin typeface="+mn-lt"/>
                <a:cs typeface="+mn-cs"/>
                <a:sym typeface="+mn-lt"/>
              </a:rPr>
              <a:t>XX</a:t>
            </a:r>
            <a:endParaRPr kumimoji="1" lang="ja-JP" altLang="en-US" sz="1200" dirty="0">
              <a:solidFill>
                <a:prstClr val="black"/>
              </a:solidFill>
              <a:latin typeface="+mn-lt"/>
              <a:cs typeface="+mn-cs"/>
              <a:sym typeface="+mn-lt"/>
            </a:endParaRPr>
          </a:p>
        </p:txBody>
      </p:sp>
      <p:sp>
        <p:nvSpPr>
          <p:cNvPr id="35" name="正方形/長方形 34"/>
          <p:cNvSpPr/>
          <p:nvPr/>
        </p:nvSpPr>
        <p:spPr bwMode="gray">
          <a:xfrm>
            <a:off x="6498946" y="3301253"/>
            <a:ext cx="2432920" cy="927847"/>
          </a:xfrm>
          <a:prstGeom prst="rect">
            <a:avLst/>
          </a:prstGeom>
          <a:solidFill>
            <a:schemeClr val="bg1"/>
          </a:solidFill>
          <a:ln w="12700" algn="ctr">
            <a:solidFill>
              <a:srgbClr val="B5453A"/>
            </a:solid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indent="-171450">
              <a:buFont typeface="Wingdings" panose="05000000000000000000" pitchFamily="2" charset="2"/>
              <a:buChar char="Ø"/>
            </a:pPr>
            <a:r>
              <a:rPr kumimoji="1" lang="en-US" altLang="ja-JP" sz="1200" dirty="0">
                <a:solidFill>
                  <a:prstClr val="black"/>
                </a:solidFill>
                <a:latin typeface="+mn-lt"/>
                <a:cs typeface="+mn-cs"/>
                <a:sym typeface="+mn-lt"/>
              </a:rPr>
              <a:t>XX</a:t>
            </a:r>
            <a:endParaRPr kumimoji="1" lang="ja-JP" altLang="en-US" sz="1200" dirty="0">
              <a:solidFill>
                <a:prstClr val="black"/>
              </a:solidFill>
              <a:latin typeface="+mn-lt"/>
              <a:cs typeface="+mn-cs"/>
              <a:sym typeface="+mn-lt"/>
            </a:endParaRPr>
          </a:p>
        </p:txBody>
      </p:sp>
      <p:sp>
        <p:nvSpPr>
          <p:cNvPr id="37" name="正方形/長方形 36"/>
          <p:cNvSpPr/>
          <p:nvPr/>
        </p:nvSpPr>
        <p:spPr bwMode="gray">
          <a:xfrm>
            <a:off x="6498946" y="4699100"/>
            <a:ext cx="2432920" cy="927847"/>
          </a:xfrm>
          <a:prstGeom prst="rect">
            <a:avLst/>
          </a:prstGeom>
          <a:noFill/>
          <a:ln w="12700" algn="ctr">
            <a:solidFill>
              <a:srgbClr val="B5453A"/>
            </a:solid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indent="-171450">
              <a:buFont typeface="Wingdings" panose="05000000000000000000" pitchFamily="2" charset="2"/>
              <a:buChar char="Ø"/>
            </a:pPr>
            <a:r>
              <a:rPr kumimoji="1" lang="en-US" altLang="ja-JP" sz="1200" dirty="0">
                <a:solidFill>
                  <a:prstClr val="black"/>
                </a:solidFill>
                <a:latin typeface="+mn-lt"/>
                <a:cs typeface="+mn-cs"/>
                <a:sym typeface="+mn-lt"/>
              </a:rPr>
              <a:t>XX</a:t>
            </a:r>
          </a:p>
        </p:txBody>
      </p:sp>
      <p:pic>
        <p:nvPicPr>
          <p:cNvPr id="5" name="図 4">
            <a:extLst>
              <a:ext uri="{FF2B5EF4-FFF2-40B4-BE49-F238E27FC236}">
                <a16:creationId xmlns:a16="http://schemas.microsoft.com/office/drawing/2014/main" id="{E4C9DD13-B187-4624-8DE4-D3286771847B}"/>
              </a:ext>
            </a:extLst>
          </p:cNvPr>
          <p:cNvPicPr>
            <a:picLocks noChangeAspect="1"/>
          </p:cNvPicPr>
          <p:nvPr/>
        </p:nvPicPr>
        <p:blipFill>
          <a:blip r:embed="rId6"/>
          <a:stretch>
            <a:fillRect/>
          </a:stretch>
        </p:blipFill>
        <p:spPr>
          <a:xfrm>
            <a:off x="413140" y="1483200"/>
            <a:ext cx="4365114" cy="4840644"/>
          </a:xfrm>
          <a:prstGeom prst="rect">
            <a:avLst/>
          </a:prstGeom>
        </p:spPr>
      </p:pic>
    </p:spTree>
    <p:extLst>
      <p:ext uri="{BB962C8B-B14F-4D97-AF65-F5344CB8AC3E}">
        <p14:creationId xmlns:p14="http://schemas.microsoft.com/office/powerpoint/2010/main" val="2529730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正方形/長方形 9" hidden="1"/>
          <p:cNvSpPr/>
          <p:nvPr>
            <p:custDataLst>
              <p:tags r:id="rId2"/>
            </p:custDataLst>
          </p:nvPr>
        </p:nvSpPr>
        <p:spPr bwMode="gray">
          <a:xfrm>
            <a:off x="0" y="0"/>
            <a:ext cx="158750" cy="158750"/>
          </a:xfrm>
          <a:prstGeom prst="rect">
            <a:avLst/>
          </a:prstGeom>
          <a:solidFill>
            <a:srgbClr val="C8CDD2"/>
          </a:solidFill>
          <a:ln w="12700" algn="ctr">
            <a:solidFill>
              <a:srgbClr val="C8CDD2"/>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ja-JP" altLang="en-US" sz="2000" b="1" u="none" strike="noStrike" kern="1200" cap="none" spc="0" normalizeH="0" noProof="0" dirty="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2" name="スライド番号プレースホルダー 1">
            <a:extLst>
              <a:ext uri="{FF2B5EF4-FFF2-40B4-BE49-F238E27FC236}">
                <a16:creationId xmlns:a16="http://schemas.microsoft.com/office/drawing/2014/main" id="{2C94F167-7E1B-4CEC-B6E9-7ED1BDBC1FAF}"/>
              </a:ext>
            </a:extLst>
          </p:cNvPr>
          <p:cNvSpPr>
            <a:spLocks noGrp="1"/>
          </p:cNvSpPr>
          <p:nvPr>
            <p:ph type="sldNum" sz="quarter" idx="13"/>
          </p:nvPr>
        </p:nvSpPr>
        <p:spPr/>
        <p:txBody>
          <a:bodyPr/>
          <a:lstStyle/>
          <a:p>
            <a:fld id="{A3EB1B23-9AF8-425B-BAD7-B9FA00F18833}" type="slidenum">
              <a:rPr lang="ja-JP" altLang="en-US" smtClean="0"/>
              <a:pPr/>
              <a:t>18</a:t>
            </a:fld>
            <a:endParaRPr lang="ja-JP" altLang="en-US" dirty="0"/>
          </a:p>
        </p:txBody>
      </p:sp>
      <p:sp>
        <p:nvSpPr>
          <p:cNvPr id="7" name="フッター プレースホルダー 6">
            <a:extLst>
              <a:ext uri="{FF2B5EF4-FFF2-40B4-BE49-F238E27FC236}">
                <a16:creationId xmlns:a16="http://schemas.microsoft.com/office/drawing/2014/main" id="{8A4218BE-D8AC-4F25-AC34-93E73E596A2A}"/>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41"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42"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囲み線（</a:t>
            </a:r>
            <a:r>
              <a:rPr lang="en-US" altLang="ja-JP" dirty="0">
                <a:sym typeface="+mj-lt"/>
              </a:rPr>
              <a:t>4.5pt</a:t>
            </a:r>
            <a:r>
              <a:rPr lang="ja-JP" altLang="en-US" dirty="0">
                <a:sym typeface="+mj-lt"/>
              </a:rPr>
              <a:t> </a:t>
            </a:r>
            <a:r>
              <a:rPr lang="en-US" altLang="ja-JP" dirty="0">
                <a:sym typeface="+mj-lt"/>
              </a:rPr>
              <a:t>Orange</a:t>
            </a:r>
            <a:r>
              <a:rPr lang="ja-JP" altLang="en-US" dirty="0">
                <a:sym typeface="+mj-lt"/>
              </a:rPr>
              <a:t> 点線（丸））を書いてください</a:t>
            </a:r>
          </a:p>
        </p:txBody>
      </p:sp>
      <p:sp>
        <p:nvSpPr>
          <p:cNvPr id="19" name="正方形/長方形 18"/>
          <p:cNvSpPr/>
          <p:nvPr/>
        </p:nvSpPr>
        <p:spPr bwMode="gray">
          <a:xfrm>
            <a:off x="5469607" y="2361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0" name="正方形/長方形 19"/>
          <p:cNvSpPr/>
          <p:nvPr/>
        </p:nvSpPr>
        <p:spPr bwMode="gray">
          <a:xfrm>
            <a:off x="6733195" y="2361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1" name="正方形/長方形 20"/>
          <p:cNvSpPr/>
          <p:nvPr/>
        </p:nvSpPr>
        <p:spPr bwMode="gray">
          <a:xfrm>
            <a:off x="7996783" y="2361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2" name="正方形/長方形 21"/>
          <p:cNvSpPr/>
          <p:nvPr/>
        </p:nvSpPr>
        <p:spPr bwMode="gray">
          <a:xfrm>
            <a:off x="5469607" y="3435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3" name="正方形/長方形 22"/>
          <p:cNvSpPr/>
          <p:nvPr/>
        </p:nvSpPr>
        <p:spPr bwMode="gray">
          <a:xfrm>
            <a:off x="6733195" y="3435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4" name="正方形/長方形 23"/>
          <p:cNvSpPr/>
          <p:nvPr/>
        </p:nvSpPr>
        <p:spPr bwMode="gray">
          <a:xfrm>
            <a:off x="7996783" y="3435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5" name="正方形/長方形 24"/>
          <p:cNvSpPr/>
          <p:nvPr/>
        </p:nvSpPr>
        <p:spPr bwMode="gray">
          <a:xfrm>
            <a:off x="5469607" y="4509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6" name="正方形/長方形 25"/>
          <p:cNvSpPr/>
          <p:nvPr/>
        </p:nvSpPr>
        <p:spPr bwMode="gray">
          <a:xfrm>
            <a:off x="6733195" y="4509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7" name="正方形/長方形 26"/>
          <p:cNvSpPr/>
          <p:nvPr/>
        </p:nvSpPr>
        <p:spPr bwMode="gray">
          <a:xfrm>
            <a:off x="7996783" y="4509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0" name="角丸四角形 39"/>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15</a:t>
            </a:r>
            <a:endParaRPr kumimoji="1" lang="ja-JP" altLang="en-US" sz="2000" b="1" dirty="0">
              <a:sym typeface="+mn-lt"/>
            </a:endParaRPr>
          </a:p>
        </p:txBody>
      </p:sp>
      <p:pic>
        <p:nvPicPr>
          <p:cNvPr id="4" name="図 3">
            <a:extLst>
              <a:ext uri="{FF2B5EF4-FFF2-40B4-BE49-F238E27FC236}">
                <a16:creationId xmlns:a16="http://schemas.microsoft.com/office/drawing/2014/main" id="{A281FA44-2B90-4206-B4C6-F312028A9B0B}"/>
              </a:ext>
            </a:extLst>
          </p:cNvPr>
          <p:cNvPicPr>
            <a:picLocks noChangeAspect="1"/>
          </p:cNvPicPr>
          <p:nvPr/>
        </p:nvPicPr>
        <p:blipFill>
          <a:blip r:embed="rId7"/>
          <a:stretch>
            <a:fillRect/>
          </a:stretch>
        </p:blipFill>
        <p:spPr>
          <a:xfrm>
            <a:off x="413140" y="1483200"/>
            <a:ext cx="4365114" cy="4840644"/>
          </a:xfrm>
          <a:prstGeom prst="rect">
            <a:avLst/>
          </a:prstGeom>
        </p:spPr>
      </p:pic>
      <p:sp>
        <p:nvSpPr>
          <p:cNvPr id="6" name="正方形/長方形 5">
            <a:extLst>
              <a:ext uri="{FF2B5EF4-FFF2-40B4-BE49-F238E27FC236}">
                <a16:creationId xmlns:a16="http://schemas.microsoft.com/office/drawing/2014/main" id="{68BA3B17-EB0B-4747-2A56-5569054AD78E}"/>
              </a:ext>
            </a:extLst>
          </p:cNvPr>
          <p:cNvSpPr/>
          <p:nvPr/>
        </p:nvSpPr>
        <p:spPr bwMode="gray">
          <a:xfrm>
            <a:off x="5469607" y="2368962"/>
            <a:ext cx="3728127" cy="3069119"/>
          </a:xfrm>
          <a:custGeom>
            <a:avLst/>
            <a:gdLst>
              <a:gd name="connsiteX0" fmla="*/ 0 w 3531665"/>
              <a:gd name="connsiteY0" fmla="*/ 0 h 3062400"/>
              <a:gd name="connsiteX1" fmla="*/ 3531665 w 3531665"/>
              <a:gd name="connsiteY1" fmla="*/ 0 h 3062400"/>
              <a:gd name="connsiteX2" fmla="*/ 3531665 w 3531665"/>
              <a:gd name="connsiteY2" fmla="*/ 3062400 h 3062400"/>
              <a:gd name="connsiteX3" fmla="*/ 0 w 3531665"/>
              <a:gd name="connsiteY3" fmla="*/ 3062400 h 3062400"/>
              <a:gd name="connsiteX4" fmla="*/ 0 w 3531665"/>
              <a:gd name="connsiteY4" fmla="*/ 0 h 3062400"/>
              <a:gd name="connsiteX0" fmla="*/ 0 w 3531665"/>
              <a:gd name="connsiteY0" fmla="*/ 6719 h 3069119"/>
              <a:gd name="connsiteX1" fmla="*/ 2299283 w 3531665"/>
              <a:gd name="connsiteY1" fmla="*/ 0 h 3069119"/>
              <a:gd name="connsiteX2" fmla="*/ 3531665 w 3531665"/>
              <a:gd name="connsiteY2" fmla="*/ 6719 h 3069119"/>
              <a:gd name="connsiteX3" fmla="*/ 3531665 w 3531665"/>
              <a:gd name="connsiteY3" fmla="*/ 3069119 h 3069119"/>
              <a:gd name="connsiteX4" fmla="*/ 0 w 3531665"/>
              <a:gd name="connsiteY4" fmla="*/ 3069119 h 3069119"/>
              <a:gd name="connsiteX5" fmla="*/ 0 w 3531665"/>
              <a:gd name="connsiteY5" fmla="*/ 6719 h 3069119"/>
              <a:gd name="connsiteX0" fmla="*/ 0 w 3531665"/>
              <a:gd name="connsiteY0" fmla="*/ 6719 h 3069119"/>
              <a:gd name="connsiteX1" fmla="*/ 2299283 w 3531665"/>
              <a:gd name="connsiteY1" fmla="*/ 0 h 3069119"/>
              <a:gd name="connsiteX2" fmla="*/ 3531665 w 3531665"/>
              <a:gd name="connsiteY2" fmla="*/ 6719 h 3069119"/>
              <a:gd name="connsiteX3" fmla="*/ 1042465 w 3531665"/>
              <a:gd name="connsiteY3" fmla="*/ 3069119 h 3069119"/>
              <a:gd name="connsiteX4" fmla="*/ 0 w 3531665"/>
              <a:gd name="connsiteY4" fmla="*/ 3069119 h 3069119"/>
              <a:gd name="connsiteX5" fmla="*/ 0 w 3531665"/>
              <a:gd name="connsiteY5" fmla="*/ 6719 h 3069119"/>
              <a:gd name="connsiteX0" fmla="*/ 0 w 3531665"/>
              <a:gd name="connsiteY0" fmla="*/ 6719 h 3069119"/>
              <a:gd name="connsiteX1" fmla="*/ 2299283 w 3531665"/>
              <a:gd name="connsiteY1" fmla="*/ 0 h 3069119"/>
              <a:gd name="connsiteX2" fmla="*/ 3531665 w 3531665"/>
              <a:gd name="connsiteY2" fmla="*/ 6719 h 3069119"/>
              <a:gd name="connsiteX3" fmla="*/ 1764313 w 3531665"/>
              <a:gd name="connsiteY3" fmla="*/ 2172558 h 3069119"/>
              <a:gd name="connsiteX4" fmla="*/ 1042465 w 3531665"/>
              <a:gd name="connsiteY4" fmla="*/ 3069119 h 3069119"/>
              <a:gd name="connsiteX5" fmla="*/ 0 w 3531665"/>
              <a:gd name="connsiteY5" fmla="*/ 3069119 h 3069119"/>
              <a:gd name="connsiteX6" fmla="*/ 0 w 3531665"/>
              <a:gd name="connsiteY6" fmla="*/ 6719 h 3069119"/>
              <a:gd name="connsiteX0" fmla="*/ 0 w 3531665"/>
              <a:gd name="connsiteY0" fmla="*/ 6719 h 3069119"/>
              <a:gd name="connsiteX1" fmla="*/ 2299283 w 3531665"/>
              <a:gd name="connsiteY1" fmla="*/ 0 h 3069119"/>
              <a:gd name="connsiteX2" fmla="*/ 3531665 w 3531665"/>
              <a:gd name="connsiteY2" fmla="*/ 6719 h 3069119"/>
              <a:gd name="connsiteX3" fmla="*/ 1012473 w 3531665"/>
              <a:gd name="connsiteY3" fmla="*/ 2020158 h 3069119"/>
              <a:gd name="connsiteX4" fmla="*/ 1042465 w 3531665"/>
              <a:gd name="connsiteY4" fmla="*/ 3069119 h 3069119"/>
              <a:gd name="connsiteX5" fmla="*/ 0 w 3531665"/>
              <a:gd name="connsiteY5" fmla="*/ 3069119 h 3069119"/>
              <a:gd name="connsiteX6" fmla="*/ 0 w 3531665"/>
              <a:gd name="connsiteY6" fmla="*/ 6719 h 3069119"/>
              <a:gd name="connsiteX0" fmla="*/ 0 w 3531665"/>
              <a:gd name="connsiteY0" fmla="*/ 6719 h 3069119"/>
              <a:gd name="connsiteX1" fmla="*/ 2299283 w 3531665"/>
              <a:gd name="connsiteY1" fmla="*/ 0 h 3069119"/>
              <a:gd name="connsiteX2" fmla="*/ 3531665 w 3531665"/>
              <a:gd name="connsiteY2" fmla="*/ 6719 h 3069119"/>
              <a:gd name="connsiteX3" fmla="*/ 2394233 w 3531665"/>
              <a:gd name="connsiteY3" fmla="*/ 922878 h 3069119"/>
              <a:gd name="connsiteX4" fmla="*/ 1012473 w 3531665"/>
              <a:gd name="connsiteY4" fmla="*/ 2020158 h 3069119"/>
              <a:gd name="connsiteX5" fmla="*/ 1042465 w 3531665"/>
              <a:gd name="connsiteY5" fmla="*/ 3069119 h 3069119"/>
              <a:gd name="connsiteX6" fmla="*/ 0 w 3531665"/>
              <a:gd name="connsiteY6" fmla="*/ 3069119 h 3069119"/>
              <a:gd name="connsiteX7" fmla="*/ 0 w 3531665"/>
              <a:gd name="connsiteY7" fmla="*/ 6719 h 3069119"/>
              <a:gd name="connsiteX0" fmla="*/ 0 w 3532153"/>
              <a:gd name="connsiteY0" fmla="*/ 6719 h 3069119"/>
              <a:gd name="connsiteX1" fmla="*/ 2299283 w 3532153"/>
              <a:gd name="connsiteY1" fmla="*/ 0 h 3069119"/>
              <a:gd name="connsiteX2" fmla="*/ 3531665 w 3532153"/>
              <a:gd name="connsiteY2" fmla="*/ 6719 h 3069119"/>
              <a:gd name="connsiteX3" fmla="*/ 3532153 w 3532153"/>
              <a:gd name="connsiteY3" fmla="*/ 1994758 h 3069119"/>
              <a:gd name="connsiteX4" fmla="*/ 1012473 w 3532153"/>
              <a:gd name="connsiteY4" fmla="*/ 2020158 h 3069119"/>
              <a:gd name="connsiteX5" fmla="*/ 1042465 w 3532153"/>
              <a:gd name="connsiteY5" fmla="*/ 3069119 h 3069119"/>
              <a:gd name="connsiteX6" fmla="*/ 0 w 3532153"/>
              <a:gd name="connsiteY6" fmla="*/ 3069119 h 3069119"/>
              <a:gd name="connsiteX7" fmla="*/ 0 w 3532153"/>
              <a:gd name="connsiteY7" fmla="*/ 6719 h 3069119"/>
              <a:gd name="connsiteX0" fmla="*/ 0 w 3717129"/>
              <a:gd name="connsiteY0" fmla="*/ 6719 h 3069119"/>
              <a:gd name="connsiteX1" fmla="*/ 2299283 w 3717129"/>
              <a:gd name="connsiteY1" fmla="*/ 0 h 3069119"/>
              <a:gd name="connsiteX2" fmla="*/ 3531665 w 3717129"/>
              <a:gd name="connsiteY2" fmla="*/ 6719 h 3069119"/>
              <a:gd name="connsiteX3" fmla="*/ 3527073 w 3717129"/>
              <a:gd name="connsiteY3" fmla="*/ 988918 h 3069119"/>
              <a:gd name="connsiteX4" fmla="*/ 3532153 w 3717129"/>
              <a:gd name="connsiteY4" fmla="*/ 1994758 h 3069119"/>
              <a:gd name="connsiteX5" fmla="*/ 1012473 w 3717129"/>
              <a:gd name="connsiteY5" fmla="*/ 2020158 h 3069119"/>
              <a:gd name="connsiteX6" fmla="*/ 1042465 w 3717129"/>
              <a:gd name="connsiteY6" fmla="*/ 3069119 h 3069119"/>
              <a:gd name="connsiteX7" fmla="*/ 0 w 3717129"/>
              <a:gd name="connsiteY7" fmla="*/ 3069119 h 3069119"/>
              <a:gd name="connsiteX8" fmla="*/ 0 w 3717129"/>
              <a:gd name="connsiteY8" fmla="*/ 6719 h 3069119"/>
              <a:gd name="connsiteX0" fmla="*/ 0 w 3717129"/>
              <a:gd name="connsiteY0" fmla="*/ 6719 h 3069119"/>
              <a:gd name="connsiteX1" fmla="*/ 2299283 w 3717129"/>
              <a:gd name="connsiteY1" fmla="*/ 0 h 3069119"/>
              <a:gd name="connsiteX2" fmla="*/ 2297225 w 3717129"/>
              <a:gd name="connsiteY2" fmla="*/ 1032879 h 3069119"/>
              <a:gd name="connsiteX3" fmla="*/ 3527073 w 3717129"/>
              <a:gd name="connsiteY3" fmla="*/ 988918 h 3069119"/>
              <a:gd name="connsiteX4" fmla="*/ 3532153 w 3717129"/>
              <a:gd name="connsiteY4" fmla="*/ 1994758 h 3069119"/>
              <a:gd name="connsiteX5" fmla="*/ 1012473 w 3717129"/>
              <a:gd name="connsiteY5" fmla="*/ 2020158 h 3069119"/>
              <a:gd name="connsiteX6" fmla="*/ 1042465 w 3717129"/>
              <a:gd name="connsiteY6" fmla="*/ 3069119 h 3069119"/>
              <a:gd name="connsiteX7" fmla="*/ 0 w 3717129"/>
              <a:gd name="connsiteY7" fmla="*/ 3069119 h 3069119"/>
              <a:gd name="connsiteX8" fmla="*/ 0 w 3717129"/>
              <a:gd name="connsiteY8" fmla="*/ 6719 h 3069119"/>
              <a:gd name="connsiteX0" fmla="*/ 0 w 3717129"/>
              <a:gd name="connsiteY0" fmla="*/ 6719 h 3069119"/>
              <a:gd name="connsiteX1" fmla="*/ 2299283 w 3717129"/>
              <a:gd name="connsiteY1" fmla="*/ 0 h 3069119"/>
              <a:gd name="connsiteX2" fmla="*/ 2297225 w 3717129"/>
              <a:gd name="connsiteY2" fmla="*/ 1032879 h 3069119"/>
              <a:gd name="connsiteX3" fmla="*/ 3527073 w 3717129"/>
              <a:gd name="connsiteY3" fmla="*/ 988918 h 3069119"/>
              <a:gd name="connsiteX4" fmla="*/ 3532153 w 3717129"/>
              <a:gd name="connsiteY4" fmla="*/ 1994758 h 3069119"/>
              <a:gd name="connsiteX5" fmla="*/ 1012473 w 3717129"/>
              <a:gd name="connsiteY5" fmla="*/ 2020158 h 3069119"/>
              <a:gd name="connsiteX6" fmla="*/ 1042465 w 3717129"/>
              <a:gd name="connsiteY6" fmla="*/ 3069119 h 3069119"/>
              <a:gd name="connsiteX7" fmla="*/ 0 w 3717129"/>
              <a:gd name="connsiteY7" fmla="*/ 3069119 h 3069119"/>
              <a:gd name="connsiteX8" fmla="*/ 0 w 3717129"/>
              <a:gd name="connsiteY8" fmla="*/ 6719 h 3069119"/>
              <a:gd name="connsiteX0" fmla="*/ 0 w 3728127"/>
              <a:gd name="connsiteY0" fmla="*/ 6719 h 3069119"/>
              <a:gd name="connsiteX1" fmla="*/ 2299283 w 3728127"/>
              <a:gd name="connsiteY1" fmla="*/ 0 h 3069119"/>
              <a:gd name="connsiteX2" fmla="*/ 2297225 w 3728127"/>
              <a:gd name="connsiteY2" fmla="*/ 1032879 h 3069119"/>
              <a:gd name="connsiteX3" fmla="*/ 3567713 w 3728127"/>
              <a:gd name="connsiteY3" fmla="*/ 1268318 h 3069119"/>
              <a:gd name="connsiteX4" fmla="*/ 3532153 w 3728127"/>
              <a:gd name="connsiteY4" fmla="*/ 1994758 h 3069119"/>
              <a:gd name="connsiteX5" fmla="*/ 1012473 w 3728127"/>
              <a:gd name="connsiteY5" fmla="*/ 2020158 h 3069119"/>
              <a:gd name="connsiteX6" fmla="*/ 1042465 w 3728127"/>
              <a:gd name="connsiteY6" fmla="*/ 3069119 h 3069119"/>
              <a:gd name="connsiteX7" fmla="*/ 0 w 3728127"/>
              <a:gd name="connsiteY7" fmla="*/ 3069119 h 3069119"/>
              <a:gd name="connsiteX8" fmla="*/ 0 w 3728127"/>
              <a:gd name="connsiteY8" fmla="*/ 6719 h 3069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8127" h="3069119">
                <a:moveTo>
                  <a:pt x="0" y="6719"/>
                </a:moveTo>
                <a:lnTo>
                  <a:pt x="2299283" y="0"/>
                </a:lnTo>
                <a:lnTo>
                  <a:pt x="2297225" y="1032879"/>
                </a:lnTo>
                <a:cubicBezTo>
                  <a:pt x="3568657" y="1055459"/>
                  <a:pt x="3567632" y="936978"/>
                  <a:pt x="3567713" y="1268318"/>
                </a:cubicBezTo>
                <a:cubicBezTo>
                  <a:pt x="3567794" y="1599658"/>
                  <a:pt x="3951253" y="1822885"/>
                  <a:pt x="3532153" y="1994758"/>
                </a:cubicBezTo>
                <a:lnTo>
                  <a:pt x="1012473" y="2020158"/>
                </a:lnTo>
                <a:lnTo>
                  <a:pt x="1042465" y="3069119"/>
                </a:lnTo>
                <a:lnTo>
                  <a:pt x="0" y="3069119"/>
                </a:lnTo>
                <a:lnTo>
                  <a:pt x="0" y="6719"/>
                </a:lnTo>
                <a:close/>
              </a:path>
            </a:pathLst>
          </a:custGeom>
          <a:noFill/>
          <a:ln w="57150">
            <a:solidFill>
              <a:srgbClr val="B5453A"/>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en-US" dirty="0">
              <a:sym typeface="+mn-lt"/>
            </a:endParaRPr>
          </a:p>
        </p:txBody>
      </p:sp>
    </p:spTree>
    <p:extLst>
      <p:ext uri="{BB962C8B-B14F-4D97-AF65-F5344CB8AC3E}">
        <p14:creationId xmlns:p14="http://schemas.microsoft.com/office/powerpoint/2010/main" val="3806356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9578E468-EBE3-4AE8-BB88-003114ACC695}"/>
              </a:ext>
            </a:extLst>
          </p:cNvPr>
          <p:cNvSpPr>
            <a:spLocks noGrp="1"/>
          </p:cNvSpPr>
          <p:nvPr>
            <p:ph type="sldNum" sz="quarter" idx="13"/>
          </p:nvPr>
        </p:nvSpPr>
        <p:spPr/>
        <p:txBody>
          <a:bodyPr/>
          <a:lstStyle/>
          <a:p>
            <a:fld id="{A3EB1B23-9AF8-425B-BAD7-B9FA00F18833}" type="slidenum">
              <a:rPr lang="ja-JP" altLang="en-US" smtClean="0"/>
              <a:pPr/>
              <a:t>19</a:t>
            </a:fld>
            <a:endParaRPr lang="ja-JP" altLang="en-US" dirty="0"/>
          </a:p>
        </p:txBody>
      </p:sp>
      <p:sp>
        <p:nvSpPr>
          <p:cNvPr id="7" name="フッター プレースホルダー 6">
            <a:extLst>
              <a:ext uri="{FF2B5EF4-FFF2-40B4-BE49-F238E27FC236}">
                <a16:creationId xmlns:a16="http://schemas.microsoft.com/office/drawing/2014/main" id="{E1C6FD04-3B05-4DFD-AD1F-14A75B8321BC}"/>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82" name="テキスト プレースホルダー 22"/>
          <p:cNvSpPr>
            <a:spLocks noGrp="1"/>
          </p:cNvSpPr>
          <p:nvPr>
            <p:ph type="body" sz="quarter" idx="15"/>
          </p:nvPr>
        </p:nvSpPr>
        <p:spPr bwMode="gray">
          <a:xfrm>
            <a:off x="416496" y="1008000"/>
            <a:ext cx="4356000" cy="468000"/>
          </a:xfrm>
        </p:spPr>
        <p:txBody>
          <a:bodyPr/>
          <a:lstStyle/>
          <a:p>
            <a:r>
              <a:rPr lang="ja-JP" altLang="en-US">
                <a:sym typeface="+mn-lt"/>
              </a:rPr>
              <a:t>例</a:t>
            </a:r>
            <a:endParaRPr lang="ja-JP" altLang="en-US" dirty="0">
              <a:sym typeface="+mn-lt"/>
            </a:endParaRPr>
          </a:p>
        </p:txBody>
      </p:sp>
      <p:sp>
        <p:nvSpPr>
          <p:cNvPr id="83"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上の図形を拡張メタファイルにして貼り付けてください</a:t>
            </a:r>
          </a:p>
        </p:txBody>
      </p:sp>
      <p:sp>
        <p:nvSpPr>
          <p:cNvPr id="75" name="角丸四角形 74"/>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16</a:t>
            </a:r>
            <a:endParaRPr kumimoji="1" lang="ja-JP" altLang="en-US" sz="2000" b="1" dirty="0">
              <a:sym typeface="+mn-lt"/>
            </a:endParaRPr>
          </a:p>
        </p:txBody>
      </p:sp>
      <p:sp>
        <p:nvSpPr>
          <p:cNvPr id="25" name="Rectangle 3"/>
          <p:cNvSpPr>
            <a:spLocks noChangeArrowheads="1"/>
          </p:cNvSpPr>
          <p:nvPr/>
        </p:nvSpPr>
        <p:spPr bwMode="gray">
          <a:xfrm>
            <a:off x="6466918" y="1979350"/>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26" name="Rectangle 4"/>
          <p:cNvSpPr>
            <a:spLocks noChangeArrowheads="1"/>
          </p:cNvSpPr>
          <p:nvPr/>
        </p:nvSpPr>
        <p:spPr bwMode="gray">
          <a:xfrm>
            <a:off x="7514191" y="1979350"/>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27" name="Rectangle 5"/>
          <p:cNvSpPr>
            <a:spLocks noChangeArrowheads="1"/>
          </p:cNvSpPr>
          <p:nvPr/>
        </p:nvSpPr>
        <p:spPr bwMode="gray">
          <a:xfrm>
            <a:off x="8136009" y="1979350"/>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28" name="Rectangle 6"/>
          <p:cNvSpPr>
            <a:spLocks noChangeArrowheads="1"/>
          </p:cNvSpPr>
          <p:nvPr/>
        </p:nvSpPr>
        <p:spPr bwMode="gray">
          <a:xfrm>
            <a:off x="6466918" y="1733289"/>
            <a:ext cx="1014545" cy="212143"/>
          </a:xfrm>
          <a:prstGeom prst="rect">
            <a:avLst/>
          </a:prstGeom>
          <a:solidFill>
            <a:srgbClr val="D26954"/>
          </a:solidFill>
          <a:ln w="12700" algn="ctr">
            <a:solidFill>
              <a:srgbClr val="D26954"/>
            </a:solidFill>
            <a:miter lim="800000"/>
            <a:headEnd/>
            <a:tailEnd/>
          </a:ln>
        </p:spPr>
        <p:txBody>
          <a:bodyPr wrap="none" lIns="72000" tIns="72000" rIns="72000" bIns="72000" anchor="ctr"/>
          <a:lstStyle/>
          <a:p>
            <a:pPr algn="ctr" defTabSz="762000" eaLnBrk="0" hangingPunct="0">
              <a:lnSpc>
                <a:spcPct val="106000"/>
              </a:lnSpc>
            </a:pPr>
            <a:r>
              <a:rPr kumimoji="0" lang="de-DE" altLang="ja-JP" sz="1200" dirty="0">
                <a:latin typeface="+mn-lt"/>
                <a:cs typeface="+mn-cs"/>
                <a:sym typeface="+mn-lt"/>
              </a:rPr>
              <a:t>What?</a:t>
            </a:r>
            <a:endParaRPr kumimoji="0" lang="ja-JP" altLang="en-US" sz="1200" dirty="0">
              <a:latin typeface="+mn-lt"/>
              <a:cs typeface="+mn-cs"/>
              <a:sym typeface="+mn-lt"/>
            </a:endParaRPr>
          </a:p>
        </p:txBody>
      </p:sp>
      <p:sp>
        <p:nvSpPr>
          <p:cNvPr id="29" name="Rectangle 7"/>
          <p:cNvSpPr>
            <a:spLocks noChangeArrowheads="1"/>
          </p:cNvSpPr>
          <p:nvPr/>
        </p:nvSpPr>
        <p:spPr bwMode="gray">
          <a:xfrm>
            <a:off x="7514191" y="1733289"/>
            <a:ext cx="589091" cy="212143"/>
          </a:xfrm>
          <a:prstGeom prst="rect">
            <a:avLst/>
          </a:prstGeom>
          <a:solidFill>
            <a:srgbClr val="D26954"/>
          </a:solidFill>
          <a:ln w="12700" algn="ctr">
            <a:solidFill>
              <a:srgbClr val="D26954"/>
            </a:solidFill>
            <a:miter lim="800000"/>
            <a:headEnd/>
            <a:tailEnd/>
          </a:ln>
        </p:spPr>
        <p:txBody>
          <a:bodyPr wrap="none" lIns="72000" tIns="72000" rIns="72000" bIns="72000" anchor="ctr"/>
          <a:lstStyle/>
          <a:p>
            <a:pPr algn="ctr" defTabSz="762000" eaLnBrk="0" hangingPunct="0">
              <a:lnSpc>
                <a:spcPct val="106000"/>
              </a:lnSpc>
            </a:pPr>
            <a:r>
              <a:rPr kumimoji="0" lang="de-DE" altLang="ja-JP" sz="1200">
                <a:latin typeface="+mn-lt"/>
                <a:cs typeface="+mn-cs"/>
                <a:sym typeface="+mn-lt"/>
              </a:rPr>
              <a:t>Until?</a:t>
            </a:r>
            <a:endParaRPr kumimoji="0" lang="en-US" altLang="ja-JP" sz="1200" dirty="0">
              <a:latin typeface="+mn-lt"/>
              <a:cs typeface="+mn-cs"/>
              <a:sym typeface="+mn-lt"/>
            </a:endParaRPr>
          </a:p>
        </p:txBody>
      </p:sp>
      <p:sp>
        <p:nvSpPr>
          <p:cNvPr id="30" name="Rectangle 8"/>
          <p:cNvSpPr>
            <a:spLocks noChangeArrowheads="1"/>
          </p:cNvSpPr>
          <p:nvPr/>
        </p:nvSpPr>
        <p:spPr bwMode="gray">
          <a:xfrm>
            <a:off x="8136009" y="1733289"/>
            <a:ext cx="949091" cy="212143"/>
          </a:xfrm>
          <a:prstGeom prst="rect">
            <a:avLst/>
          </a:prstGeom>
          <a:solidFill>
            <a:srgbClr val="D26954"/>
          </a:solidFill>
          <a:ln w="12700" algn="ctr">
            <a:solidFill>
              <a:srgbClr val="D26954"/>
            </a:solidFill>
            <a:miter lim="800000"/>
            <a:headEnd/>
            <a:tailEnd/>
          </a:ln>
        </p:spPr>
        <p:txBody>
          <a:bodyPr wrap="none" lIns="72000" tIns="72000" rIns="72000" bIns="72000" anchor="ctr"/>
          <a:lstStyle/>
          <a:p>
            <a:pPr algn="ctr" defTabSz="762000" eaLnBrk="0" hangingPunct="0">
              <a:lnSpc>
                <a:spcPct val="106000"/>
              </a:lnSpc>
            </a:pPr>
            <a:r>
              <a:rPr kumimoji="0" lang="de-DE" altLang="ja-JP" sz="1200" dirty="0">
                <a:latin typeface="+mn-lt"/>
                <a:cs typeface="+mn-cs"/>
                <a:sym typeface="+mn-lt"/>
              </a:rPr>
              <a:t>Comment</a:t>
            </a:r>
            <a:endParaRPr kumimoji="0" lang="ja-JP" altLang="en-US" sz="1200" dirty="0">
              <a:latin typeface="+mn-lt"/>
              <a:cs typeface="+mn-cs"/>
              <a:sym typeface="+mn-lt"/>
            </a:endParaRPr>
          </a:p>
        </p:txBody>
      </p:sp>
      <p:sp>
        <p:nvSpPr>
          <p:cNvPr id="31" name="AutoShape 9"/>
          <p:cNvSpPr>
            <a:spLocks noChangeArrowheads="1"/>
          </p:cNvSpPr>
          <p:nvPr/>
        </p:nvSpPr>
        <p:spPr bwMode="gray">
          <a:xfrm flipV="1">
            <a:off x="5485100" y="1731850"/>
            <a:ext cx="785455" cy="1980000"/>
          </a:xfrm>
          <a:prstGeom prst="rtTriangle">
            <a:avLst/>
          </a:prstGeom>
          <a:solidFill>
            <a:srgbClr val="D26954"/>
          </a:solidFill>
          <a:ln w="12700">
            <a:solidFill>
              <a:srgbClr val="D26954"/>
            </a:solidFill>
            <a:miter lim="800000"/>
            <a:headEnd/>
            <a:tailEnd/>
          </a:ln>
        </p:spPr>
        <p:txBody>
          <a:bodyPr rot="10800000" wrap="none" lIns="0" tIns="0" rIns="0" bIns="0" anchor="ctr"/>
          <a:lstStyle/>
          <a:p>
            <a:pPr algn="ctr" defTabSz="762000" eaLnBrk="0" hangingPunct="0">
              <a:lnSpc>
                <a:spcPct val="106000"/>
              </a:lnSpc>
            </a:pPr>
            <a:endParaRPr kumimoji="0" lang="ja-JP" altLang="en-US" sz="1200" dirty="0">
              <a:latin typeface="+mn-lt"/>
              <a:cs typeface="+mn-cs"/>
              <a:sym typeface="+mn-lt"/>
            </a:endParaRPr>
          </a:p>
        </p:txBody>
      </p:sp>
      <p:sp>
        <p:nvSpPr>
          <p:cNvPr id="32" name="Rectangle 10"/>
          <p:cNvSpPr>
            <a:spLocks noChangeArrowheads="1"/>
          </p:cNvSpPr>
          <p:nvPr/>
        </p:nvSpPr>
        <p:spPr bwMode="gray">
          <a:xfrm>
            <a:off x="5583281" y="1760209"/>
            <a:ext cx="512494" cy="268462"/>
          </a:xfrm>
          <a:prstGeom prst="rect">
            <a:avLst/>
          </a:prstGeom>
          <a:noFill/>
          <a:ln w="12700">
            <a:noFill/>
            <a:miter lim="800000"/>
            <a:headEnd/>
            <a:tailEnd/>
          </a:ln>
        </p:spPr>
        <p:txBody>
          <a:bodyPr wrap="none" lIns="72000" tIns="0" rIns="72000" bIns="72000">
            <a:spAutoFit/>
          </a:bodyPr>
          <a:lstStyle/>
          <a:p>
            <a:pPr defTabSz="762000" eaLnBrk="0" hangingPunct="0">
              <a:lnSpc>
                <a:spcPct val="106000"/>
              </a:lnSpc>
            </a:pPr>
            <a:r>
              <a:rPr kumimoji="0" lang="de-DE" altLang="ja-JP" sz="1200" dirty="0">
                <a:latin typeface="+mn-lt"/>
                <a:cs typeface="+mn-cs"/>
                <a:sym typeface="+mn-lt"/>
              </a:rPr>
              <a:t>Who?</a:t>
            </a:r>
          </a:p>
        </p:txBody>
      </p:sp>
      <p:sp>
        <p:nvSpPr>
          <p:cNvPr id="33" name="Rectangle 14"/>
          <p:cNvSpPr>
            <a:spLocks noChangeArrowheads="1"/>
          </p:cNvSpPr>
          <p:nvPr/>
        </p:nvSpPr>
        <p:spPr bwMode="gray">
          <a:xfrm>
            <a:off x="5517827" y="1979350"/>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dirty="0">
                <a:latin typeface="+mn-lt"/>
                <a:cs typeface="+mn-cs"/>
                <a:sym typeface="+mn-lt"/>
              </a:rPr>
              <a:t>…</a:t>
            </a:r>
            <a:endParaRPr kumimoji="0" lang="ja-JP" altLang="en-US" sz="1200" dirty="0">
              <a:latin typeface="+mn-lt"/>
              <a:cs typeface="+mn-cs"/>
              <a:sym typeface="+mn-lt"/>
            </a:endParaRPr>
          </a:p>
        </p:txBody>
      </p:sp>
      <p:sp>
        <p:nvSpPr>
          <p:cNvPr id="34" name="Rectangle 61"/>
          <p:cNvSpPr>
            <a:spLocks noChangeArrowheads="1"/>
          </p:cNvSpPr>
          <p:nvPr/>
        </p:nvSpPr>
        <p:spPr bwMode="gray">
          <a:xfrm>
            <a:off x="5517827" y="2262207"/>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35" name="Rectangle 62"/>
          <p:cNvSpPr>
            <a:spLocks noChangeArrowheads="1"/>
          </p:cNvSpPr>
          <p:nvPr/>
        </p:nvSpPr>
        <p:spPr bwMode="gray">
          <a:xfrm>
            <a:off x="5517827" y="2545064"/>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36" name="Rectangle 63"/>
          <p:cNvSpPr>
            <a:spLocks noChangeArrowheads="1"/>
          </p:cNvSpPr>
          <p:nvPr/>
        </p:nvSpPr>
        <p:spPr bwMode="gray">
          <a:xfrm>
            <a:off x="5517827" y="2827921"/>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37" name="Rectangle 64"/>
          <p:cNvSpPr>
            <a:spLocks noChangeArrowheads="1"/>
          </p:cNvSpPr>
          <p:nvPr/>
        </p:nvSpPr>
        <p:spPr bwMode="gray">
          <a:xfrm>
            <a:off x="5517827" y="3110779"/>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38" name="Rectangle 65"/>
          <p:cNvSpPr>
            <a:spLocks noChangeArrowheads="1"/>
          </p:cNvSpPr>
          <p:nvPr/>
        </p:nvSpPr>
        <p:spPr bwMode="gray">
          <a:xfrm>
            <a:off x="5517827" y="3393636"/>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44" name="Rectangle 66"/>
          <p:cNvSpPr>
            <a:spLocks noChangeArrowheads="1"/>
          </p:cNvSpPr>
          <p:nvPr/>
        </p:nvSpPr>
        <p:spPr bwMode="gray">
          <a:xfrm>
            <a:off x="6466918" y="2262207"/>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47" name="Rectangle 67"/>
          <p:cNvSpPr>
            <a:spLocks noChangeArrowheads="1"/>
          </p:cNvSpPr>
          <p:nvPr/>
        </p:nvSpPr>
        <p:spPr bwMode="gray">
          <a:xfrm>
            <a:off x="6466918" y="2545064"/>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48" name="Rectangle 68"/>
          <p:cNvSpPr>
            <a:spLocks noChangeArrowheads="1"/>
          </p:cNvSpPr>
          <p:nvPr/>
        </p:nvSpPr>
        <p:spPr bwMode="gray">
          <a:xfrm>
            <a:off x="6466918" y="2827921"/>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49" name="Rectangle 69"/>
          <p:cNvSpPr>
            <a:spLocks noChangeArrowheads="1"/>
          </p:cNvSpPr>
          <p:nvPr/>
        </p:nvSpPr>
        <p:spPr bwMode="gray">
          <a:xfrm>
            <a:off x="6466918" y="3110779"/>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0" name="Rectangle 70"/>
          <p:cNvSpPr>
            <a:spLocks noChangeArrowheads="1"/>
          </p:cNvSpPr>
          <p:nvPr/>
        </p:nvSpPr>
        <p:spPr bwMode="gray">
          <a:xfrm>
            <a:off x="6466918" y="3393636"/>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1" name="Rectangle 71"/>
          <p:cNvSpPr>
            <a:spLocks noChangeArrowheads="1"/>
          </p:cNvSpPr>
          <p:nvPr/>
        </p:nvSpPr>
        <p:spPr bwMode="gray">
          <a:xfrm>
            <a:off x="7514191" y="2262207"/>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2" name="Rectangle 72"/>
          <p:cNvSpPr>
            <a:spLocks noChangeArrowheads="1"/>
          </p:cNvSpPr>
          <p:nvPr/>
        </p:nvSpPr>
        <p:spPr bwMode="gray">
          <a:xfrm>
            <a:off x="7514191" y="2545064"/>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3" name="Rectangle 73"/>
          <p:cNvSpPr>
            <a:spLocks noChangeArrowheads="1"/>
          </p:cNvSpPr>
          <p:nvPr/>
        </p:nvSpPr>
        <p:spPr bwMode="gray">
          <a:xfrm>
            <a:off x="7514191" y="2827921"/>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4" name="Rectangle 74"/>
          <p:cNvSpPr>
            <a:spLocks noChangeArrowheads="1"/>
          </p:cNvSpPr>
          <p:nvPr/>
        </p:nvSpPr>
        <p:spPr bwMode="gray">
          <a:xfrm>
            <a:off x="7514191" y="3110779"/>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5" name="Rectangle 75"/>
          <p:cNvSpPr>
            <a:spLocks noChangeArrowheads="1"/>
          </p:cNvSpPr>
          <p:nvPr/>
        </p:nvSpPr>
        <p:spPr bwMode="gray">
          <a:xfrm>
            <a:off x="7514191" y="3393636"/>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6" name="Rectangle 78"/>
          <p:cNvSpPr>
            <a:spLocks noChangeArrowheads="1"/>
          </p:cNvSpPr>
          <p:nvPr/>
        </p:nvSpPr>
        <p:spPr bwMode="gray">
          <a:xfrm>
            <a:off x="8136009" y="2262207"/>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7" name="Rectangle 79"/>
          <p:cNvSpPr>
            <a:spLocks noChangeArrowheads="1"/>
          </p:cNvSpPr>
          <p:nvPr/>
        </p:nvSpPr>
        <p:spPr bwMode="gray">
          <a:xfrm>
            <a:off x="8136009" y="2545064"/>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8" name="Rectangle 80"/>
          <p:cNvSpPr>
            <a:spLocks noChangeArrowheads="1"/>
          </p:cNvSpPr>
          <p:nvPr/>
        </p:nvSpPr>
        <p:spPr bwMode="gray">
          <a:xfrm>
            <a:off x="8136009" y="2827921"/>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9" name="Rectangle 81"/>
          <p:cNvSpPr>
            <a:spLocks noChangeArrowheads="1"/>
          </p:cNvSpPr>
          <p:nvPr/>
        </p:nvSpPr>
        <p:spPr bwMode="gray">
          <a:xfrm>
            <a:off x="8136009" y="3110779"/>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60" name="Rectangle 82"/>
          <p:cNvSpPr>
            <a:spLocks noChangeArrowheads="1"/>
          </p:cNvSpPr>
          <p:nvPr/>
        </p:nvSpPr>
        <p:spPr bwMode="gray">
          <a:xfrm>
            <a:off x="8136009" y="3393636"/>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9" name="フローチャート : 組合せ 8"/>
          <p:cNvSpPr/>
          <p:nvPr/>
        </p:nvSpPr>
        <p:spPr bwMode="gray">
          <a:xfrm>
            <a:off x="5853422" y="3832130"/>
            <a:ext cx="2863356" cy="180000"/>
          </a:xfrm>
          <a:prstGeom prst="flowChartMerge">
            <a:avLst/>
          </a:prstGeom>
          <a:solidFill>
            <a:srgbClr val="B8BDC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pic>
        <p:nvPicPr>
          <p:cNvPr id="2" name="図 1">
            <a:extLst>
              <a:ext uri="{FF2B5EF4-FFF2-40B4-BE49-F238E27FC236}">
                <a16:creationId xmlns:a16="http://schemas.microsoft.com/office/drawing/2014/main" id="{01B6705B-4A2F-4DA6-BF44-7F69EEC0B948}"/>
              </a:ext>
            </a:extLst>
          </p:cNvPr>
          <p:cNvPicPr>
            <a:picLocks noChangeAspect="1"/>
          </p:cNvPicPr>
          <p:nvPr/>
        </p:nvPicPr>
        <p:blipFill>
          <a:blip r:embed="rId6"/>
          <a:stretch>
            <a:fillRect/>
          </a:stretch>
        </p:blipFill>
        <p:spPr>
          <a:xfrm>
            <a:off x="416496" y="1483200"/>
            <a:ext cx="4365114" cy="4840644"/>
          </a:xfrm>
          <a:prstGeom prst="rect">
            <a:avLst/>
          </a:prstGeom>
        </p:spPr>
      </p:pic>
      <p:pic>
        <p:nvPicPr>
          <p:cNvPr id="96" name="図 95">
            <a:extLst>
              <a:ext uri="{FF2B5EF4-FFF2-40B4-BE49-F238E27FC236}">
                <a16:creationId xmlns:a16="http://schemas.microsoft.com/office/drawing/2014/main" id="{46B56D45-3974-202C-2FE5-CD7E36707853}"/>
              </a:ext>
            </a:extLst>
          </p:cNvPr>
          <p:cNvPicPr>
            <a:picLocks noChangeAspect="1"/>
          </p:cNvPicPr>
          <p:nvPr/>
        </p:nvPicPr>
        <p:blipFill>
          <a:blip r:embed="rId7"/>
          <a:stretch>
            <a:fillRect/>
          </a:stretch>
        </p:blipFill>
        <p:spPr>
          <a:xfrm>
            <a:off x="5517827" y="4223897"/>
            <a:ext cx="3613404" cy="2042160"/>
          </a:xfrm>
          <a:prstGeom prst="rect">
            <a:avLst/>
          </a:prstGeom>
        </p:spPr>
      </p:pic>
    </p:spTree>
    <p:extLst>
      <p:ext uri="{BB962C8B-B14F-4D97-AF65-F5344CB8AC3E}">
        <p14:creationId xmlns:p14="http://schemas.microsoft.com/office/powerpoint/2010/main" val="2337567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0E094578-3D7D-43E7-B78B-AB77277ACE7D}"/>
              </a:ext>
            </a:extLst>
          </p:cNvPr>
          <p:cNvSpPr>
            <a:spLocks noGrp="1"/>
          </p:cNvSpPr>
          <p:nvPr>
            <p:ph type="sldNum" sz="quarter" idx="13"/>
          </p:nvPr>
        </p:nvSpPr>
        <p:spPr/>
        <p:txBody>
          <a:bodyPr/>
          <a:lstStyle/>
          <a:p>
            <a:fld id="{A3EB1B23-9AF8-425B-BAD7-B9FA00F18833}" type="slidenum">
              <a:rPr lang="ja-JP" altLang="en-US" smtClean="0"/>
              <a:pPr/>
              <a:t>20</a:t>
            </a:fld>
            <a:endParaRPr lang="ja-JP" altLang="en-US" dirty="0"/>
          </a:p>
        </p:txBody>
      </p:sp>
      <p:sp>
        <p:nvSpPr>
          <p:cNvPr id="8" name="フッター プレースホルダー 7">
            <a:extLst>
              <a:ext uri="{FF2B5EF4-FFF2-40B4-BE49-F238E27FC236}">
                <a16:creationId xmlns:a16="http://schemas.microsoft.com/office/drawing/2014/main" id="{1A1D27F7-7146-4CA6-BA25-7BB125198BDC}"/>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a:xfrm>
            <a:off x="416496" y="1008000"/>
            <a:ext cx="4356000" cy="468000"/>
          </a:xfrm>
        </p:spPr>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表のスタイルを解除し、罫線（黒、</a:t>
            </a:r>
            <a:r>
              <a:rPr lang="en-US" altLang="ja-JP" dirty="0">
                <a:sym typeface="+mj-lt"/>
              </a:rPr>
              <a:t>1pt</a:t>
            </a:r>
            <a:r>
              <a:rPr lang="ja-JP" altLang="en-US" dirty="0" err="1">
                <a:sym typeface="+mj-lt"/>
              </a:rPr>
              <a:t>、</a:t>
            </a:r>
            <a:r>
              <a:rPr lang="ja-JP" altLang="en-US" dirty="0">
                <a:sym typeface="+mj-lt"/>
              </a:rPr>
              <a:t>格子）を引いてください</a:t>
            </a:r>
          </a:p>
        </p:txBody>
      </p:sp>
      <p:graphicFrame>
        <p:nvGraphicFramePr>
          <p:cNvPr id="4" name="表 3"/>
          <p:cNvGraphicFramePr>
            <a:graphicFrameLocks noGrp="1"/>
          </p:cNvGraphicFramePr>
          <p:nvPr>
            <p:extLst>
              <p:ext uri="{D42A27DB-BD31-4B8C-83A1-F6EECF244321}">
                <p14:modId xmlns:p14="http://schemas.microsoft.com/office/powerpoint/2010/main" val="3884522488"/>
              </p:ext>
            </p:extLst>
          </p:nvPr>
        </p:nvGraphicFramePr>
        <p:xfrm>
          <a:off x="5924550" y="2527172"/>
          <a:ext cx="2721100" cy="2738694"/>
        </p:xfrm>
        <a:graphic>
          <a:graphicData uri="http://schemas.openxmlformats.org/drawingml/2006/table">
            <a:tbl>
              <a:tblPr>
                <a:tableStyleId>{073A0DAA-6AF3-43AB-8588-CEC1D06C72B9}</a:tableStyleId>
              </a:tblPr>
              <a:tblGrid>
                <a:gridCol w="544220">
                  <a:extLst>
                    <a:ext uri="{9D8B030D-6E8A-4147-A177-3AD203B41FA5}">
                      <a16:colId xmlns:a16="http://schemas.microsoft.com/office/drawing/2014/main" val="20000"/>
                    </a:ext>
                  </a:extLst>
                </a:gridCol>
                <a:gridCol w="544220">
                  <a:extLst>
                    <a:ext uri="{9D8B030D-6E8A-4147-A177-3AD203B41FA5}">
                      <a16:colId xmlns:a16="http://schemas.microsoft.com/office/drawing/2014/main" val="20001"/>
                    </a:ext>
                  </a:extLst>
                </a:gridCol>
                <a:gridCol w="544220">
                  <a:extLst>
                    <a:ext uri="{9D8B030D-6E8A-4147-A177-3AD203B41FA5}">
                      <a16:colId xmlns:a16="http://schemas.microsoft.com/office/drawing/2014/main" val="20002"/>
                    </a:ext>
                  </a:extLst>
                </a:gridCol>
                <a:gridCol w="544220">
                  <a:extLst>
                    <a:ext uri="{9D8B030D-6E8A-4147-A177-3AD203B41FA5}">
                      <a16:colId xmlns:a16="http://schemas.microsoft.com/office/drawing/2014/main" val="20003"/>
                    </a:ext>
                  </a:extLst>
                </a:gridCol>
                <a:gridCol w="544220">
                  <a:extLst>
                    <a:ext uri="{9D8B030D-6E8A-4147-A177-3AD203B41FA5}">
                      <a16:colId xmlns:a16="http://schemas.microsoft.com/office/drawing/2014/main" val="20004"/>
                    </a:ext>
                  </a:extLst>
                </a:gridCol>
              </a:tblGrid>
              <a:tr h="456449">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6449">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56449">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56449">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56449">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56449">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17</a:t>
            </a:r>
            <a:endParaRPr kumimoji="1" lang="ja-JP" altLang="en-US" sz="2000" b="1" dirty="0">
              <a:sym typeface="+mn-lt"/>
            </a:endParaRPr>
          </a:p>
        </p:txBody>
      </p:sp>
      <p:pic>
        <p:nvPicPr>
          <p:cNvPr id="12" name="図 11">
            <a:extLst>
              <a:ext uri="{FF2B5EF4-FFF2-40B4-BE49-F238E27FC236}">
                <a16:creationId xmlns:a16="http://schemas.microsoft.com/office/drawing/2014/main" id="{58C77211-0876-465E-9D78-E7DD8C66583C}"/>
              </a:ext>
            </a:extLst>
          </p:cNvPr>
          <p:cNvPicPr>
            <a:picLocks noChangeAspect="1"/>
          </p:cNvPicPr>
          <p:nvPr/>
        </p:nvPicPr>
        <p:blipFill>
          <a:blip r:embed="rId6"/>
          <a:stretch>
            <a:fillRect/>
          </a:stretch>
        </p:blipFill>
        <p:spPr>
          <a:xfrm>
            <a:off x="416496" y="1483200"/>
            <a:ext cx="4365114" cy="4840644"/>
          </a:xfrm>
          <a:prstGeom prst="rect">
            <a:avLst/>
          </a:prstGeom>
        </p:spPr>
      </p:pic>
    </p:spTree>
    <p:extLst>
      <p:ext uri="{BB962C8B-B14F-4D97-AF65-F5344CB8AC3E}">
        <p14:creationId xmlns:p14="http://schemas.microsoft.com/office/powerpoint/2010/main" val="272345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DA8C3FC0-46AE-4FF3-9ECB-BE581CA633D4}"/>
              </a:ext>
            </a:extLst>
          </p:cNvPr>
          <p:cNvSpPr>
            <a:spLocks noGrp="1"/>
          </p:cNvSpPr>
          <p:nvPr>
            <p:ph type="sldNum" sz="quarter" idx="13"/>
          </p:nvPr>
        </p:nvSpPr>
        <p:spPr/>
        <p:txBody>
          <a:bodyPr/>
          <a:lstStyle/>
          <a:p>
            <a:fld id="{A3EB1B23-9AF8-425B-BAD7-B9FA00F18833}" type="slidenum">
              <a:rPr lang="ja-JP" altLang="en-US" smtClean="0"/>
              <a:pPr/>
              <a:t>21</a:t>
            </a:fld>
            <a:endParaRPr lang="ja-JP" altLang="en-US" dirty="0"/>
          </a:p>
        </p:txBody>
      </p:sp>
      <p:sp>
        <p:nvSpPr>
          <p:cNvPr id="7" name="フッター プレースホルダー 6">
            <a:extLst>
              <a:ext uri="{FF2B5EF4-FFF2-40B4-BE49-F238E27FC236}">
                <a16:creationId xmlns:a16="http://schemas.microsoft.com/office/drawing/2014/main" id="{9261B6D9-0927-44AC-8055-972AEB516829}"/>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a:xfrm>
            <a:off x="416496" y="1008000"/>
            <a:ext cx="4356000" cy="468000"/>
          </a:xfrm>
        </p:spPr>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セルの高さ・幅をそろえてください</a:t>
            </a:r>
          </a:p>
        </p:txBody>
      </p:sp>
      <p:graphicFrame>
        <p:nvGraphicFramePr>
          <p:cNvPr id="17" name="表 16"/>
          <p:cNvGraphicFramePr>
            <a:graphicFrameLocks noGrp="1"/>
          </p:cNvGraphicFramePr>
          <p:nvPr>
            <p:extLst>
              <p:ext uri="{D42A27DB-BD31-4B8C-83A1-F6EECF244321}">
                <p14:modId xmlns:p14="http://schemas.microsoft.com/office/powerpoint/2010/main" val="895941467"/>
              </p:ext>
            </p:extLst>
          </p:nvPr>
        </p:nvGraphicFramePr>
        <p:xfrm>
          <a:off x="5599045" y="2090627"/>
          <a:ext cx="3372110" cy="3680362"/>
        </p:xfrm>
        <a:graphic>
          <a:graphicData uri="http://schemas.openxmlformats.org/drawingml/2006/table">
            <a:tbl>
              <a:tblPr firstRow="1" bandRow="1">
                <a:tableStyleId>{2D5ABB26-0587-4C30-8999-92F81FD0307C}</a:tableStyleId>
              </a:tblPr>
              <a:tblGrid>
                <a:gridCol w="481730">
                  <a:extLst>
                    <a:ext uri="{9D8B030D-6E8A-4147-A177-3AD203B41FA5}">
                      <a16:colId xmlns:a16="http://schemas.microsoft.com/office/drawing/2014/main" val="20000"/>
                    </a:ext>
                  </a:extLst>
                </a:gridCol>
                <a:gridCol w="481730">
                  <a:extLst>
                    <a:ext uri="{9D8B030D-6E8A-4147-A177-3AD203B41FA5}">
                      <a16:colId xmlns:a16="http://schemas.microsoft.com/office/drawing/2014/main" val="20001"/>
                    </a:ext>
                  </a:extLst>
                </a:gridCol>
                <a:gridCol w="481730">
                  <a:extLst>
                    <a:ext uri="{9D8B030D-6E8A-4147-A177-3AD203B41FA5}">
                      <a16:colId xmlns:a16="http://schemas.microsoft.com/office/drawing/2014/main" val="20002"/>
                    </a:ext>
                  </a:extLst>
                </a:gridCol>
                <a:gridCol w="481730">
                  <a:extLst>
                    <a:ext uri="{9D8B030D-6E8A-4147-A177-3AD203B41FA5}">
                      <a16:colId xmlns:a16="http://schemas.microsoft.com/office/drawing/2014/main" val="20003"/>
                    </a:ext>
                  </a:extLst>
                </a:gridCol>
                <a:gridCol w="481730">
                  <a:extLst>
                    <a:ext uri="{9D8B030D-6E8A-4147-A177-3AD203B41FA5}">
                      <a16:colId xmlns:a16="http://schemas.microsoft.com/office/drawing/2014/main" val="20004"/>
                    </a:ext>
                  </a:extLst>
                </a:gridCol>
                <a:gridCol w="481730">
                  <a:extLst>
                    <a:ext uri="{9D8B030D-6E8A-4147-A177-3AD203B41FA5}">
                      <a16:colId xmlns:a16="http://schemas.microsoft.com/office/drawing/2014/main" val="20005"/>
                    </a:ext>
                  </a:extLst>
                </a:gridCol>
                <a:gridCol w="481730">
                  <a:extLst>
                    <a:ext uri="{9D8B030D-6E8A-4147-A177-3AD203B41FA5}">
                      <a16:colId xmlns:a16="http://schemas.microsoft.com/office/drawing/2014/main" val="20006"/>
                    </a:ext>
                  </a:extLst>
                </a:gridCol>
              </a:tblGrid>
              <a:tr h="525766">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25766">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25766">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25766">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25766">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25766">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25766">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18</a:t>
            </a:r>
            <a:endParaRPr kumimoji="1" lang="ja-JP" altLang="en-US" sz="2000" b="1" dirty="0">
              <a:sym typeface="+mn-lt"/>
            </a:endParaRPr>
          </a:p>
        </p:txBody>
      </p:sp>
      <p:pic>
        <p:nvPicPr>
          <p:cNvPr id="2" name="図 1">
            <a:extLst>
              <a:ext uri="{FF2B5EF4-FFF2-40B4-BE49-F238E27FC236}">
                <a16:creationId xmlns:a16="http://schemas.microsoft.com/office/drawing/2014/main" id="{AEAE0DF5-96E5-45A6-8BD0-27C8C64BB3F6}"/>
              </a:ext>
            </a:extLst>
          </p:cNvPr>
          <p:cNvPicPr>
            <a:picLocks noChangeAspect="1"/>
          </p:cNvPicPr>
          <p:nvPr/>
        </p:nvPicPr>
        <p:blipFill>
          <a:blip r:embed="rId6"/>
          <a:stretch>
            <a:fillRect/>
          </a:stretch>
        </p:blipFill>
        <p:spPr>
          <a:xfrm>
            <a:off x="416496" y="1483200"/>
            <a:ext cx="4365114" cy="4840644"/>
          </a:xfrm>
          <a:prstGeom prst="rect">
            <a:avLst/>
          </a:prstGeom>
        </p:spPr>
      </p:pic>
    </p:spTree>
    <p:extLst>
      <p:ext uri="{BB962C8B-B14F-4D97-AF65-F5344CB8AC3E}">
        <p14:creationId xmlns:p14="http://schemas.microsoft.com/office/powerpoint/2010/main" val="34069724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ED2FA3FF-2E25-4AA1-8C0B-3E8918A085FE}"/>
              </a:ext>
            </a:extLst>
          </p:cNvPr>
          <p:cNvSpPr>
            <a:spLocks noGrp="1"/>
          </p:cNvSpPr>
          <p:nvPr>
            <p:ph type="sldNum" sz="quarter" idx="13"/>
          </p:nvPr>
        </p:nvSpPr>
        <p:spPr/>
        <p:txBody>
          <a:bodyPr/>
          <a:lstStyle/>
          <a:p>
            <a:fld id="{A3EB1B23-9AF8-425B-BAD7-B9FA00F18833}" type="slidenum">
              <a:rPr lang="ja-JP" altLang="en-US" smtClean="0"/>
              <a:pPr/>
              <a:t>22</a:t>
            </a:fld>
            <a:endParaRPr lang="ja-JP" altLang="en-US" dirty="0"/>
          </a:p>
        </p:txBody>
      </p:sp>
      <p:sp>
        <p:nvSpPr>
          <p:cNvPr id="7" name="フッター プレースホルダー 6">
            <a:extLst>
              <a:ext uri="{FF2B5EF4-FFF2-40B4-BE49-F238E27FC236}">
                <a16:creationId xmlns:a16="http://schemas.microsoft.com/office/drawing/2014/main" id="{4093F2EE-5A43-45FA-95C2-3EC0A6128F48}"/>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24"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a:xfrm>
            <a:off x="417000" y="180000"/>
            <a:ext cx="9072000" cy="615600"/>
          </a:xfrm>
        </p:spPr>
        <p:txBody>
          <a:bodyPr vert="horz"/>
          <a:lstStyle/>
          <a:p>
            <a:r>
              <a:rPr lang="ja-JP" altLang="en-US" dirty="0">
                <a:sym typeface="+mj-lt"/>
              </a:rPr>
              <a:t>セルを結合し、表を階段上に整形してください</a:t>
            </a:r>
          </a:p>
        </p:txBody>
      </p:sp>
      <p:graphicFrame>
        <p:nvGraphicFramePr>
          <p:cNvPr id="18" name="表 17"/>
          <p:cNvGraphicFramePr>
            <a:graphicFrameLocks noGrp="1"/>
          </p:cNvGraphicFramePr>
          <p:nvPr>
            <p:extLst>
              <p:ext uri="{D42A27DB-BD31-4B8C-83A1-F6EECF244321}">
                <p14:modId xmlns:p14="http://schemas.microsoft.com/office/powerpoint/2010/main" val="98226478"/>
              </p:ext>
            </p:extLst>
          </p:nvPr>
        </p:nvGraphicFramePr>
        <p:xfrm>
          <a:off x="5599045" y="2226899"/>
          <a:ext cx="3372110" cy="3339240"/>
        </p:xfrm>
        <a:graphic>
          <a:graphicData uri="http://schemas.openxmlformats.org/drawingml/2006/table">
            <a:tbl>
              <a:tblPr firstRow="1" bandRow="1">
                <a:tableStyleId>{2D5ABB26-0587-4C30-8999-92F81FD0307C}</a:tableStyleId>
              </a:tblPr>
              <a:tblGrid>
                <a:gridCol w="481730">
                  <a:extLst>
                    <a:ext uri="{9D8B030D-6E8A-4147-A177-3AD203B41FA5}">
                      <a16:colId xmlns:a16="http://schemas.microsoft.com/office/drawing/2014/main" val="20000"/>
                    </a:ext>
                  </a:extLst>
                </a:gridCol>
                <a:gridCol w="481730">
                  <a:extLst>
                    <a:ext uri="{9D8B030D-6E8A-4147-A177-3AD203B41FA5}">
                      <a16:colId xmlns:a16="http://schemas.microsoft.com/office/drawing/2014/main" val="20001"/>
                    </a:ext>
                  </a:extLst>
                </a:gridCol>
                <a:gridCol w="481730">
                  <a:extLst>
                    <a:ext uri="{9D8B030D-6E8A-4147-A177-3AD203B41FA5}">
                      <a16:colId xmlns:a16="http://schemas.microsoft.com/office/drawing/2014/main" val="20002"/>
                    </a:ext>
                  </a:extLst>
                </a:gridCol>
                <a:gridCol w="481730">
                  <a:extLst>
                    <a:ext uri="{9D8B030D-6E8A-4147-A177-3AD203B41FA5}">
                      <a16:colId xmlns:a16="http://schemas.microsoft.com/office/drawing/2014/main" val="20003"/>
                    </a:ext>
                  </a:extLst>
                </a:gridCol>
                <a:gridCol w="481730">
                  <a:extLst>
                    <a:ext uri="{9D8B030D-6E8A-4147-A177-3AD203B41FA5}">
                      <a16:colId xmlns:a16="http://schemas.microsoft.com/office/drawing/2014/main" val="20004"/>
                    </a:ext>
                  </a:extLst>
                </a:gridCol>
                <a:gridCol w="481730">
                  <a:extLst>
                    <a:ext uri="{9D8B030D-6E8A-4147-A177-3AD203B41FA5}">
                      <a16:colId xmlns:a16="http://schemas.microsoft.com/office/drawing/2014/main" val="20005"/>
                    </a:ext>
                  </a:extLst>
                </a:gridCol>
                <a:gridCol w="481730">
                  <a:extLst>
                    <a:ext uri="{9D8B030D-6E8A-4147-A177-3AD203B41FA5}">
                      <a16:colId xmlns:a16="http://schemas.microsoft.com/office/drawing/2014/main" val="20006"/>
                    </a:ext>
                  </a:extLst>
                </a:gridCol>
              </a:tblGrid>
              <a:tr h="556540">
                <a:tc gridSpan="6">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6540">
                <a:tc gridSpan="5">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56540">
                <a:tc gridSpan="4">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56540">
                <a:tc gridSpan="3">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56540">
                <a:tc gridSpan="2">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56540">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7" name="角丸四角形 16"/>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19</a:t>
            </a:r>
            <a:endParaRPr kumimoji="1" lang="ja-JP" altLang="en-US" sz="2000" b="1" dirty="0">
              <a:sym typeface="+mn-lt"/>
            </a:endParaRPr>
          </a:p>
        </p:txBody>
      </p:sp>
      <p:pic>
        <p:nvPicPr>
          <p:cNvPr id="2" name="図 1">
            <a:extLst>
              <a:ext uri="{FF2B5EF4-FFF2-40B4-BE49-F238E27FC236}">
                <a16:creationId xmlns:a16="http://schemas.microsoft.com/office/drawing/2014/main" id="{43F39F57-A3D7-4D22-B3D8-8C411F5C6BEB}"/>
              </a:ext>
            </a:extLst>
          </p:cNvPr>
          <p:cNvPicPr>
            <a:picLocks noChangeAspect="1"/>
          </p:cNvPicPr>
          <p:nvPr/>
        </p:nvPicPr>
        <p:blipFill>
          <a:blip r:embed="rId6"/>
          <a:stretch>
            <a:fillRect/>
          </a:stretch>
        </p:blipFill>
        <p:spPr>
          <a:xfrm>
            <a:off x="415925" y="1483200"/>
            <a:ext cx="4365114" cy="4840644"/>
          </a:xfrm>
          <a:prstGeom prst="rect">
            <a:avLst/>
          </a:prstGeom>
        </p:spPr>
      </p:pic>
    </p:spTree>
    <p:extLst>
      <p:ext uri="{BB962C8B-B14F-4D97-AF65-F5344CB8AC3E}">
        <p14:creationId xmlns:p14="http://schemas.microsoft.com/office/powerpoint/2010/main" val="1526311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D46F466C-2FC5-4673-9511-0514392BACDB}"/>
              </a:ext>
            </a:extLst>
          </p:cNvPr>
          <p:cNvSpPr>
            <a:spLocks noGrp="1"/>
          </p:cNvSpPr>
          <p:nvPr>
            <p:ph type="sldNum" sz="quarter" idx="13"/>
          </p:nvPr>
        </p:nvSpPr>
        <p:spPr/>
        <p:txBody>
          <a:bodyPr/>
          <a:lstStyle/>
          <a:p>
            <a:fld id="{A3EB1B23-9AF8-425B-BAD7-B9FA00F18833}" type="slidenum">
              <a:rPr lang="ja-JP" altLang="en-US" smtClean="0"/>
              <a:pPr/>
              <a:t>23</a:t>
            </a:fld>
            <a:endParaRPr lang="ja-JP" altLang="en-US" dirty="0"/>
          </a:p>
        </p:txBody>
      </p:sp>
      <p:sp>
        <p:nvSpPr>
          <p:cNvPr id="7" name="フッター プレースホルダー 6">
            <a:extLst>
              <a:ext uri="{FF2B5EF4-FFF2-40B4-BE49-F238E27FC236}">
                <a16:creationId xmlns:a16="http://schemas.microsoft.com/office/drawing/2014/main" id="{A8C488AD-E00F-4D33-856C-207D4B114D53}"/>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a:xfrm>
            <a:off x="417000" y="180000"/>
            <a:ext cx="9072000" cy="615600"/>
          </a:xfrm>
        </p:spPr>
        <p:txBody>
          <a:bodyPr vert="horz"/>
          <a:lstStyle/>
          <a:p>
            <a:r>
              <a:rPr lang="ja-JP" altLang="en-US" dirty="0">
                <a:sym typeface="+mj-lt"/>
              </a:rPr>
              <a:t>表上に、</a:t>
            </a:r>
            <a:r>
              <a:rPr lang="en-US" altLang="ja-JP" dirty="0">
                <a:sym typeface="+mj-lt"/>
              </a:rPr>
              <a:t>3pt</a:t>
            </a:r>
            <a:r>
              <a:rPr lang="ja-JP" altLang="en-US" dirty="0">
                <a:sym typeface="+mj-lt"/>
              </a:rPr>
              <a:t>の</a:t>
            </a:r>
            <a:r>
              <a:rPr lang="en-US" altLang="ja-JP" dirty="0">
                <a:sym typeface="+mj-lt"/>
              </a:rPr>
              <a:t>Orange</a:t>
            </a:r>
            <a:r>
              <a:rPr lang="ja-JP" altLang="en-US" dirty="0">
                <a:sym typeface="+mj-lt"/>
              </a:rPr>
              <a:t>の罫線（破線）を引いてください</a:t>
            </a:r>
          </a:p>
        </p:txBody>
      </p:sp>
      <p:graphicFrame>
        <p:nvGraphicFramePr>
          <p:cNvPr id="18" name="表 17"/>
          <p:cNvGraphicFramePr>
            <a:graphicFrameLocks noGrp="1"/>
          </p:cNvGraphicFramePr>
          <p:nvPr>
            <p:extLst>
              <p:ext uri="{D42A27DB-BD31-4B8C-83A1-F6EECF244321}">
                <p14:modId xmlns:p14="http://schemas.microsoft.com/office/powerpoint/2010/main" val="2584215402"/>
              </p:ext>
            </p:extLst>
          </p:nvPr>
        </p:nvGraphicFramePr>
        <p:xfrm>
          <a:off x="5599045" y="2226899"/>
          <a:ext cx="3372110" cy="3339240"/>
        </p:xfrm>
        <a:graphic>
          <a:graphicData uri="http://schemas.openxmlformats.org/drawingml/2006/table">
            <a:tbl>
              <a:tblPr firstRow="1" bandRow="1">
                <a:tableStyleId>{2D5ABB26-0587-4C30-8999-92F81FD0307C}</a:tableStyleId>
              </a:tblPr>
              <a:tblGrid>
                <a:gridCol w="481730">
                  <a:extLst>
                    <a:ext uri="{9D8B030D-6E8A-4147-A177-3AD203B41FA5}">
                      <a16:colId xmlns:a16="http://schemas.microsoft.com/office/drawing/2014/main" val="20000"/>
                    </a:ext>
                  </a:extLst>
                </a:gridCol>
                <a:gridCol w="481730">
                  <a:extLst>
                    <a:ext uri="{9D8B030D-6E8A-4147-A177-3AD203B41FA5}">
                      <a16:colId xmlns:a16="http://schemas.microsoft.com/office/drawing/2014/main" val="20001"/>
                    </a:ext>
                  </a:extLst>
                </a:gridCol>
                <a:gridCol w="481730">
                  <a:extLst>
                    <a:ext uri="{9D8B030D-6E8A-4147-A177-3AD203B41FA5}">
                      <a16:colId xmlns:a16="http://schemas.microsoft.com/office/drawing/2014/main" val="20002"/>
                    </a:ext>
                  </a:extLst>
                </a:gridCol>
                <a:gridCol w="481730">
                  <a:extLst>
                    <a:ext uri="{9D8B030D-6E8A-4147-A177-3AD203B41FA5}">
                      <a16:colId xmlns:a16="http://schemas.microsoft.com/office/drawing/2014/main" val="20003"/>
                    </a:ext>
                  </a:extLst>
                </a:gridCol>
                <a:gridCol w="481730">
                  <a:extLst>
                    <a:ext uri="{9D8B030D-6E8A-4147-A177-3AD203B41FA5}">
                      <a16:colId xmlns:a16="http://schemas.microsoft.com/office/drawing/2014/main" val="20004"/>
                    </a:ext>
                  </a:extLst>
                </a:gridCol>
                <a:gridCol w="481730">
                  <a:extLst>
                    <a:ext uri="{9D8B030D-6E8A-4147-A177-3AD203B41FA5}">
                      <a16:colId xmlns:a16="http://schemas.microsoft.com/office/drawing/2014/main" val="20005"/>
                    </a:ext>
                  </a:extLst>
                </a:gridCol>
                <a:gridCol w="481730">
                  <a:extLst>
                    <a:ext uri="{9D8B030D-6E8A-4147-A177-3AD203B41FA5}">
                      <a16:colId xmlns:a16="http://schemas.microsoft.com/office/drawing/2014/main" val="20006"/>
                    </a:ext>
                  </a:extLst>
                </a:gridCol>
              </a:tblGrid>
              <a:tr h="556540">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B5453A"/>
                      </a:solidFill>
                      <a:prstDash val="sysDash"/>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B5453A"/>
                      </a:solidFill>
                      <a:prstDash val="sysDash"/>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6540">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38100" cap="flat" cmpd="sng" algn="ctr">
                      <a:solidFill>
                        <a:srgbClr val="B5453A"/>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38100" cap="flat" cmpd="sng" algn="ctr">
                      <a:solidFill>
                        <a:srgbClr val="B5453A"/>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B5453A"/>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56540">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B5453A"/>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56540">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B5453A"/>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56540">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B5453A"/>
                      </a:solidFill>
                      <a:prstDash val="sysDash"/>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B5453A"/>
                      </a:solidFill>
                      <a:prstDash val="sysDash"/>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38100" cap="flat" cmpd="sng" algn="ctr">
                      <a:solidFill>
                        <a:srgbClr val="B5453A"/>
                      </a:solidFill>
                      <a:prstDash val="sysDash"/>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B5453A"/>
                      </a:solidFill>
                      <a:prstDash val="sysDash"/>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B5453A"/>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56540">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B5453A"/>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B5453A"/>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B5453A"/>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20</a:t>
            </a:r>
            <a:endParaRPr kumimoji="1" lang="ja-JP" altLang="en-US" sz="2000" b="1" dirty="0">
              <a:sym typeface="+mn-lt"/>
            </a:endParaRPr>
          </a:p>
        </p:txBody>
      </p:sp>
      <p:pic>
        <p:nvPicPr>
          <p:cNvPr id="2" name="図 1">
            <a:extLst>
              <a:ext uri="{FF2B5EF4-FFF2-40B4-BE49-F238E27FC236}">
                <a16:creationId xmlns:a16="http://schemas.microsoft.com/office/drawing/2014/main" id="{38A6F171-3E4C-4CF8-96F2-1B679241089F}"/>
              </a:ext>
            </a:extLst>
          </p:cNvPr>
          <p:cNvPicPr>
            <a:picLocks noChangeAspect="1"/>
          </p:cNvPicPr>
          <p:nvPr/>
        </p:nvPicPr>
        <p:blipFill>
          <a:blip r:embed="rId6"/>
          <a:stretch>
            <a:fillRect/>
          </a:stretch>
        </p:blipFill>
        <p:spPr>
          <a:xfrm>
            <a:off x="417000" y="1483200"/>
            <a:ext cx="4365114" cy="4840644"/>
          </a:xfrm>
          <a:prstGeom prst="rect">
            <a:avLst/>
          </a:prstGeom>
        </p:spPr>
      </p:pic>
    </p:spTree>
    <p:extLst>
      <p:ext uri="{BB962C8B-B14F-4D97-AF65-F5344CB8AC3E}">
        <p14:creationId xmlns:p14="http://schemas.microsoft.com/office/powerpoint/2010/main" val="2651759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36D9D200-A81A-4FCF-81A3-D86FF7101D83}"/>
              </a:ext>
            </a:extLst>
          </p:cNvPr>
          <p:cNvSpPr>
            <a:spLocks noGrp="1"/>
          </p:cNvSpPr>
          <p:nvPr>
            <p:ph type="sldNum" sz="quarter" idx="13"/>
          </p:nvPr>
        </p:nvSpPr>
        <p:spPr/>
        <p:txBody>
          <a:bodyPr/>
          <a:lstStyle/>
          <a:p>
            <a:fld id="{A3EB1B23-9AF8-425B-BAD7-B9FA00F18833}" type="slidenum">
              <a:rPr lang="ja-JP" altLang="en-US" smtClean="0"/>
              <a:pPr/>
              <a:t>24</a:t>
            </a:fld>
            <a:endParaRPr lang="ja-JP" altLang="en-US" dirty="0"/>
          </a:p>
        </p:txBody>
      </p:sp>
      <p:sp>
        <p:nvSpPr>
          <p:cNvPr id="8" name="フッター プレースホルダー 7">
            <a:extLst>
              <a:ext uri="{FF2B5EF4-FFF2-40B4-BE49-F238E27FC236}">
                <a16:creationId xmlns:a16="http://schemas.microsoft.com/office/drawing/2014/main" id="{95730F2E-4527-47A7-8823-7D185AE81277}"/>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a:xfrm>
            <a:off x="417000" y="180000"/>
            <a:ext cx="9072000" cy="615600"/>
          </a:xfrm>
        </p:spPr>
        <p:txBody>
          <a:bodyPr vert="horz"/>
          <a:lstStyle/>
          <a:p>
            <a:r>
              <a:rPr lang="ja-JP" altLang="en-US" dirty="0">
                <a:sym typeface="+mj-lt"/>
              </a:rPr>
              <a:t>“ホームベース”を</a:t>
            </a:r>
            <a:r>
              <a:rPr lang="en-US" altLang="ja-JP" dirty="0">
                <a:sym typeface="+mj-lt"/>
              </a:rPr>
              <a:t>90</a:t>
            </a:r>
            <a:r>
              <a:rPr lang="ja-JP" altLang="en-US" dirty="0">
                <a:sym typeface="+mj-lt"/>
              </a:rPr>
              <a:t>度回転し、中の文字を逆に</a:t>
            </a:r>
            <a:r>
              <a:rPr lang="en-US" altLang="ja-JP" dirty="0">
                <a:sym typeface="+mj-lt"/>
              </a:rPr>
              <a:t>90</a:t>
            </a:r>
            <a:r>
              <a:rPr lang="ja-JP" altLang="en-US" dirty="0">
                <a:sym typeface="+mj-lt"/>
              </a:rPr>
              <a:t>度回転してください</a:t>
            </a:r>
          </a:p>
        </p:txBody>
      </p:sp>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21</a:t>
            </a:r>
            <a:endParaRPr kumimoji="1" lang="ja-JP" altLang="en-US" sz="2000" b="1" dirty="0">
              <a:sym typeface="+mn-lt"/>
            </a:endParaRPr>
          </a:p>
        </p:txBody>
      </p:sp>
      <p:sp>
        <p:nvSpPr>
          <p:cNvPr id="21" name="正方形/長方形 20"/>
          <p:cNvSpPr/>
          <p:nvPr/>
        </p:nvSpPr>
        <p:spPr bwMode="gray">
          <a:xfrm>
            <a:off x="6543010" y="2300312"/>
            <a:ext cx="2654469" cy="930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85750" indent="-285750">
              <a:buFont typeface="Wingdings" pitchFamily="2" charset="2"/>
              <a:buChar char="n"/>
            </a:pPr>
            <a:r>
              <a:rPr lang="en-US" altLang="ja-JP" sz="2000" dirty="0">
                <a:solidFill>
                  <a:schemeClr val="tx1"/>
                </a:solidFill>
                <a:sym typeface="+mn-lt"/>
              </a:rPr>
              <a:t>1,2,3,4,5,6,7,8,9,10</a:t>
            </a:r>
          </a:p>
          <a:p>
            <a:pPr marL="285750" indent="-285750">
              <a:buFont typeface="Wingdings" pitchFamily="2" charset="2"/>
              <a:buChar char="n"/>
            </a:pPr>
            <a:r>
              <a:rPr lang="en-US" altLang="ja-JP" sz="2000" dirty="0">
                <a:solidFill>
                  <a:schemeClr val="tx1"/>
                </a:solidFill>
                <a:sym typeface="+mn-lt"/>
              </a:rPr>
              <a:t>1,2,3,4,5,6,7,8,9,10</a:t>
            </a:r>
          </a:p>
        </p:txBody>
      </p:sp>
      <p:sp>
        <p:nvSpPr>
          <p:cNvPr id="22" name="正方形/長方形 21"/>
          <p:cNvSpPr/>
          <p:nvPr/>
        </p:nvSpPr>
        <p:spPr bwMode="gray">
          <a:xfrm>
            <a:off x="6543010" y="3383419"/>
            <a:ext cx="2654469" cy="930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85750" indent="-285750">
              <a:buFont typeface="Wingdings" pitchFamily="2" charset="2"/>
              <a:buChar char="n"/>
            </a:pPr>
            <a:r>
              <a:rPr lang="en-US" altLang="ja-JP" sz="2000" dirty="0">
                <a:solidFill>
                  <a:schemeClr val="tx1"/>
                </a:solidFill>
                <a:sym typeface="+mn-lt"/>
              </a:rPr>
              <a:t>1,2,3,4,5,6,7,8,9,10</a:t>
            </a:r>
          </a:p>
          <a:p>
            <a:pPr marL="285750" indent="-285750">
              <a:buFont typeface="Wingdings" pitchFamily="2" charset="2"/>
              <a:buChar char="n"/>
            </a:pPr>
            <a:r>
              <a:rPr lang="en-US" altLang="ja-JP" sz="2000" dirty="0">
                <a:solidFill>
                  <a:schemeClr val="tx1"/>
                </a:solidFill>
                <a:sym typeface="+mn-lt"/>
              </a:rPr>
              <a:t>1,2,3,4,5,6,7,8,9,10</a:t>
            </a:r>
          </a:p>
        </p:txBody>
      </p:sp>
      <p:sp>
        <p:nvSpPr>
          <p:cNvPr id="25" name="正方形/長方形 24"/>
          <p:cNvSpPr/>
          <p:nvPr/>
        </p:nvSpPr>
        <p:spPr bwMode="gray">
          <a:xfrm>
            <a:off x="6543010" y="4466526"/>
            <a:ext cx="2654469" cy="930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85750" indent="-285750">
              <a:buFont typeface="Wingdings" pitchFamily="2" charset="2"/>
              <a:buChar char="n"/>
            </a:pPr>
            <a:r>
              <a:rPr lang="en-US" altLang="ja-JP" sz="2000" dirty="0">
                <a:solidFill>
                  <a:schemeClr val="tx1"/>
                </a:solidFill>
                <a:sym typeface="+mn-lt"/>
              </a:rPr>
              <a:t>1,2,3,4,5,6,7,8,9,10</a:t>
            </a:r>
          </a:p>
          <a:p>
            <a:pPr marL="285750" indent="-285750">
              <a:buFont typeface="Wingdings" pitchFamily="2" charset="2"/>
              <a:buChar char="n"/>
            </a:pPr>
            <a:r>
              <a:rPr lang="en-US" altLang="ja-JP" sz="2000" dirty="0">
                <a:solidFill>
                  <a:schemeClr val="tx1"/>
                </a:solidFill>
                <a:sym typeface="+mn-lt"/>
              </a:rPr>
              <a:t>1,2,3,4,5,6,7,8,9,10</a:t>
            </a:r>
          </a:p>
        </p:txBody>
      </p:sp>
      <p:sp>
        <p:nvSpPr>
          <p:cNvPr id="26" name="ホームベース 25"/>
          <p:cNvSpPr/>
          <p:nvPr/>
        </p:nvSpPr>
        <p:spPr bwMode="gray">
          <a:xfrm rot="5400000">
            <a:off x="5372722" y="2300312"/>
            <a:ext cx="1044000" cy="1026200"/>
          </a:xfrm>
          <a:prstGeom prst="homePlate">
            <a:avLst>
              <a:gd name="adj" fmla="val 23054"/>
            </a:avLst>
          </a:prstGeom>
          <a:solidFill>
            <a:srgbClr val="D26954"/>
          </a:solidFill>
          <a:ln>
            <a:solidFill>
              <a:srgbClr val="D26954"/>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nchorCtr="0"/>
          <a:lstStyle/>
          <a:p>
            <a:pPr algn="ctr"/>
            <a:r>
              <a:rPr lang="en-US" altLang="ja-JP" dirty="0">
                <a:solidFill>
                  <a:schemeClr val="bg1"/>
                </a:solidFill>
                <a:sym typeface="+mn-lt"/>
              </a:rPr>
              <a:t>123</a:t>
            </a:r>
          </a:p>
        </p:txBody>
      </p:sp>
      <p:sp>
        <p:nvSpPr>
          <p:cNvPr id="27" name="ホームベース 26"/>
          <p:cNvSpPr/>
          <p:nvPr/>
        </p:nvSpPr>
        <p:spPr bwMode="gray">
          <a:xfrm rot="5400000">
            <a:off x="5372722" y="3383419"/>
            <a:ext cx="1044000" cy="1026200"/>
          </a:xfrm>
          <a:prstGeom prst="homePlate">
            <a:avLst>
              <a:gd name="adj" fmla="val 23054"/>
            </a:avLst>
          </a:prstGeom>
          <a:solidFill>
            <a:srgbClr val="D26954"/>
          </a:solidFill>
          <a:ln>
            <a:solidFill>
              <a:srgbClr val="D26954"/>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nchorCtr="0"/>
          <a:lstStyle/>
          <a:p>
            <a:pPr algn="ctr"/>
            <a:r>
              <a:rPr lang="en-US" altLang="ja-JP" dirty="0">
                <a:solidFill>
                  <a:schemeClr val="bg1"/>
                </a:solidFill>
                <a:sym typeface="+mn-lt"/>
              </a:rPr>
              <a:t>456</a:t>
            </a:r>
          </a:p>
        </p:txBody>
      </p:sp>
      <p:sp>
        <p:nvSpPr>
          <p:cNvPr id="28" name="ホームベース 27"/>
          <p:cNvSpPr/>
          <p:nvPr/>
        </p:nvSpPr>
        <p:spPr bwMode="gray">
          <a:xfrm rot="5400000">
            <a:off x="5372722" y="4466526"/>
            <a:ext cx="1044000" cy="1026200"/>
          </a:xfrm>
          <a:prstGeom prst="homePlate">
            <a:avLst>
              <a:gd name="adj" fmla="val 23054"/>
            </a:avLst>
          </a:prstGeom>
          <a:solidFill>
            <a:srgbClr val="D26954"/>
          </a:solidFill>
          <a:ln>
            <a:solidFill>
              <a:srgbClr val="D26954"/>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nchorCtr="0"/>
          <a:lstStyle/>
          <a:p>
            <a:pPr algn="ctr"/>
            <a:r>
              <a:rPr lang="en-US" altLang="ja-JP" dirty="0">
                <a:solidFill>
                  <a:schemeClr val="bg1"/>
                </a:solidFill>
                <a:sym typeface="+mn-lt"/>
              </a:rPr>
              <a:t>789</a:t>
            </a:r>
          </a:p>
        </p:txBody>
      </p:sp>
      <p:pic>
        <p:nvPicPr>
          <p:cNvPr id="4" name="図 3">
            <a:extLst>
              <a:ext uri="{FF2B5EF4-FFF2-40B4-BE49-F238E27FC236}">
                <a16:creationId xmlns:a16="http://schemas.microsoft.com/office/drawing/2014/main" id="{6EF6FA86-B845-4310-8B8D-0EA281B2B46F}"/>
              </a:ext>
            </a:extLst>
          </p:cNvPr>
          <p:cNvPicPr>
            <a:picLocks noChangeAspect="1"/>
          </p:cNvPicPr>
          <p:nvPr/>
        </p:nvPicPr>
        <p:blipFill>
          <a:blip r:embed="rId6"/>
          <a:stretch>
            <a:fillRect/>
          </a:stretch>
        </p:blipFill>
        <p:spPr>
          <a:xfrm>
            <a:off x="417000" y="1483200"/>
            <a:ext cx="4365114" cy="4840644"/>
          </a:xfrm>
          <a:prstGeom prst="rect">
            <a:avLst/>
          </a:prstGeom>
        </p:spPr>
      </p:pic>
    </p:spTree>
    <p:extLst>
      <p:ext uri="{BB962C8B-B14F-4D97-AF65-F5344CB8AC3E}">
        <p14:creationId xmlns:p14="http://schemas.microsoft.com/office/powerpoint/2010/main" val="1511698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E5B99505-B257-410B-B18D-AA41F97FDCDF}"/>
              </a:ext>
            </a:extLst>
          </p:cNvPr>
          <p:cNvSpPr>
            <a:spLocks noGrp="1"/>
          </p:cNvSpPr>
          <p:nvPr>
            <p:ph type="sldNum" sz="quarter" idx="13"/>
          </p:nvPr>
        </p:nvSpPr>
        <p:spPr/>
        <p:txBody>
          <a:bodyPr/>
          <a:lstStyle/>
          <a:p>
            <a:fld id="{A3EB1B23-9AF8-425B-BAD7-B9FA00F18833}" type="slidenum">
              <a:rPr lang="ja-JP" altLang="en-US" smtClean="0"/>
              <a:pPr/>
              <a:t>25</a:t>
            </a:fld>
            <a:endParaRPr lang="ja-JP" altLang="en-US" dirty="0"/>
          </a:p>
        </p:txBody>
      </p:sp>
      <p:sp>
        <p:nvSpPr>
          <p:cNvPr id="8" name="フッター プレースホルダー 7">
            <a:extLst>
              <a:ext uri="{FF2B5EF4-FFF2-40B4-BE49-F238E27FC236}">
                <a16:creationId xmlns:a16="http://schemas.microsoft.com/office/drawing/2014/main" id="{4B1D2213-F795-48BA-A088-B16FE8511053}"/>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24"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a:xfrm>
            <a:off x="417000" y="180000"/>
            <a:ext cx="9072000" cy="615600"/>
          </a:xfrm>
        </p:spPr>
        <p:txBody>
          <a:bodyPr vert="horz"/>
          <a:lstStyle/>
          <a:p>
            <a:r>
              <a:rPr lang="ja-JP" altLang="en-US" dirty="0">
                <a:sym typeface="+mj-lt"/>
              </a:rPr>
              <a:t>箇条書きの順序を並び替えてください</a:t>
            </a:r>
          </a:p>
        </p:txBody>
      </p:sp>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22</a:t>
            </a:r>
            <a:endParaRPr kumimoji="1" lang="ja-JP" altLang="en-US" sz="2000" b="1" dirty="0">
              <a:sym typeface="+mn-lt"/>
            </a:endParaRPr>
          </a:p>
        </p:txBody>
      </p:sp>
      <p:sp>
        <p:nvSpPr>
          <p:cNvPr id="15" name="正方形/長方形 14"/>
          <p:cNvSpPr/>
          <p:nvPr/>
        </p:nvSpPr>
        <p:spPr bwMode="gray">
          <a:xfrm>
            <a:off x="5426960" y="2060519"/>
            <a:ext cx="3716281" cy="3672000"/>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t" anchorCtr="0"/>
          <a:lstStyle/>
          <a:p>
            <a:pPr marL="285750" lvl="0" indent="-285750">
              <a:spcBef>
                <a:spcPts val="2400"/>
              </a:spcBef>
              <a:buFont typeface="Wingdings" pitchFamily="2" charset="2"/>
              <a:buChar char="n"/>
            </a:pPr>
            <a:r>
              <a:rPr lang="en-US" altLang="ja-JP" sz="2000" b="1" u="sng" dirty="0">
                <a:solidFill>
                  <a:prstClr val="black"/>
                </a:solidFill>
                <a:sym typeface="+mn-lt"/>
              </a:rPr>
              <a:t>AAAAAAAAAAAAAAA</a:t>
            </a:r>
          </a:p>
          <a:p>
            <a:pPr marL="598488" lvl="0" indent="-342900">
              <a:buFont typeface="Wingdings" pitchFamily="2" charset="2"/>
              <a:buChar char="Ø"/>
            </a:pPr>
            <a:r>
              <a:rPr lang="en-US" altLang="ja-JP" sz="2000" dirty="0">
                <a:solidFill>
                  <a:prstClr val="black"/>
                </a:solidFill>
                <a:sym typeface="+mn-lt"/>
              </a:rPr>
              <a:t>BBBBBBBBBBBBBBB</a:t>
            </a:r>
          </a:p>
          <a:p>
            <a:pPr marL="804863" lvl="0" indent="-244475">
              <a:buFont typeface="Arial" pitchFamily="34" charset="0"/>
              <a:buChar char="•"/>
            </a:pPr>
            <a:r>
              <a:rPr lang="en-US" altLang="ja-JP" dirty="0">
                <a:solidFill>
                  <a:prstClr val="black"/>
                </a:solidFill>
                <a:sym typeface="+mn-lt"/>
              </a:rPr>
              <a:t>CCCCCCCCCCCCCCC</a:t>
            </a:r>
          </a:p>
          <a:p>
            <a:pPr marL="1074738" lvl="0" indent="-342900">
              <a:buFont typeface="Wingdings" pitchFamily="2" charset="2"/>
              <a:buChar char="ü"/>
            </a:pPr>
            <a:r>
              <a:rPr lang="en-US" altLang="ja-JP" dirty="0">
                <a:solidFill>
                  <a:prstClr val="black"/>
                </a:solidFill>
                <a:sym typeface="+mn-lt"/>
              </a:rPr>
              <a:t>DDDDDDDDDDDDDD</a:t>
            </a:r>
          </a:p>
          <a:p>
            <a:pPr marL="342900" lvl="0" indent="-257175">
              <a:buFont typeface="ＭＳ Ｐゴシック" pitchFamily="50" charset="-128"/>
              <a:buChar char="※"/>
            </a:pPr>
            <a:r>
              <a:rPr lang="en-US" altLang="ja-JP" sz="1600" i="1" dirty="0">
                <a:solidFill>
                  <a:prstClr val="black"/>
                </a:solidFill>
                <a:sym typeface="+mn-lt"/>
              </a:rPr>
              <a:t>EEEEEEEEEEEEEEEEEEEEEEEE</a:t>
            </a:r>
          </a:p>
          <a:p>
            <a:pPr marL="285750" lvl="0" indent="-285750">
              <a:spcBef>
                <a:spcPts val="2400"/>
              </a:spcBef>
              <a:buFont typeface="Wingdings" pitchFamily="2" charset="2"/>
              <a:buChar char="n"/>
            </a:pPr>
            <a:r>
              <a:rPr lang="en-US" altLang="ja-JP" sz="2000" b="1" u="sng" dirty="0">
                <a:solidFill>
                  <a:prstClr val="black"/>
                </a:solidFill>
                <a:sym typeface="+mn-lt"/>
              </a:rPr>
              <a:t>FFFFFFFFFFFFFFFFF</a:t>
            </a:r>
          </a:p>
          <a:p>
            <a:pPr marL="598488" lvl="0" indent="-342900">
              <a:buFont typeface="Wingdings" pitchFamily="2" charset="2"/>
              <a:buChar char="Ø"/>
            </a:pPr>
            <a:r>
              <a:rPr lang="en-US" altLang="ja-JP" sz="2000" dirty="0">
                <a:solidFill>
                  <a:prstClr val="black"/>
                </a:solidFill>
                <a:sym typeface="+mn-lt"/>
              </a:rPr>
              <a:t>GGGGGGGGGGGGG</a:t>
            </a:r>
          </a:p>
          <a:p>
            <a:pPr marL="804863" lvl="0" indent="-244475">
              <a:buFont typeface="Arial" pitchFamily="34" charset="0"/>
              <a:buChar char="•"/>
            </a:pPr>
            <a:r>
              <a:rPr lang="en-US" altLang="ja-JP" dirty="0">
                <a:solidFill>
                  <a:prstClr val="black"/>
                </a:solidFill>
                <a:sym typeface="+mn-lt"/>
              </a:rPr>
              <a:t>HHHHHHHHHHHHHHH</a:t>
            </a:r>
          </a:p>
          <a:p>
            <a:pPr marL="1074738" lvl="0" indent="-342900">
              <a:buFont typeface="Wingdings" pitchFamily="2" charset="2"/>
              <a:buChar char="ü"/>
            </a:pPr>
            <a:r>
              <a:rPr lang="en-US" altLang="ja-JP" dirty="0">
                <a:solidFill>
                  <a:prstClr val="black"/>
                </a:solidFill>
                <a:sym typeface="+mn-lt"/>
              </a:rPr>
              <a:t>IIIIIIIIIIIIIIIIIIIIIIIIIIIIIIIIIII</a:t>
            </a:r>
            <a:endParaRPr lang="en-US" altLang="ja-JP" sz="2000" dirty="0">
              <a:solidFill>
                <a:prstClr val="black"/>
              </a:solidFill>
              <a:sym typeface="+mn-lt"/>
            </a:endParaRPr>
          </a:p>
          <a:p>
            <a:pPr marL="342900" lvl="0" indent="-257175">
              <a:buFont typeface="ＭＳ Ｐゴシック" pitchFamily="50" charset="-128"/>
              <a:buChar char="※"/>
            </a:pPr>
            <a:r>
              <a:rPr lang="en-US" altLang="ja-JP" sz="1600" i="1" dirty="0">
                <a:solidFill>
                  <a:prstClr val="black"/>
                </a:solidFill>
                <a:sym typeface="+mn-lt"/>
              </a:rPr>
              <a:t>JJJJJJJJJJJJJJJJJJJJJJJJJJJJJJJ</a:t>
            </a:r>
          </a:p>
        </p:txBody>
      </p:sp>
      <p:pic>
        <p:nvPicPr>
          <p:cNvPr id="2" name="図 1">
            <a:extLst>
              <a:ext uri="{FF2B5EF4-FFF2-40B4-BE49-F238E27FC236}">
                <a16:creationId xmlns:a16="http://schemas.microsoft.com/office/drawing/2014/main" id="{B3025D56-CC72-45BB-976A-3AC9CF0FD59D}"/>
              </a:ext>
            </a:extLst>
          </p:cNvPr>
          <p:cNvPicPr>
            <a:picLocks noChangeAspect="1"/>
          </p:cNvPicPr>
          <p:nvPr/>
        </p:nvPicPr>
        <p:blipFill>
          <a:blip r:embed="rId6"/>
          <a:stretch>
            <a:fillRect/>
          </a:stretch>
        </p:blipFill>
        <p:spPr>
          <a:xfrm>
            <a:off x="417000" y="1483200"/>
            <a:ext cx="4365114" cy="4840644"/>
          </a:xfrm>
          <a:prstGeom prst="rect">
            <a:avLst/>
          </a:prstGeom>
        </p:spPr>
      </p:pic>
    </p:spTree>
    <p:extLst>
      <p:ext uri="{BB962C8B-B14F-4D97-AF65-F5344CB8AC3E}">
        <p14:creationId xmlns:p14="http://schemas.microsoft.com/office/powerpoint/2010/main" val="1972213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0C672291-E2A2-416C-B782-017FA1BC5B71}"/>
              </a:ext>
            </a:extLst>
          </p:cNvPr>
          <p:cNvSpPr>
            <a:spLocks noGrp="1"/>
          </p:cNvSpPr>
          <p:nvPr>
            <p:ph type="sldNum" sz="quarter" idx="13"/>
          </p:nvPr>
        </p:nvSpPr>
        <p:spPr/>
        <p:txBody>
          <a:bodyPr/>
          <a:lstStyle/>
          <a:p>
            <a:fld id="{A3EB1B23-9AF8-425B-BAD7-B9FA00F18833}" type="slidenum">
              <a:rPr lang="ja-JP" altLang="en-US" smtClean="0"/>
              <a:pPr/>
              <a:t>26</a:t>
            </a:fld>
            <a:endParaRPr lang="ja-JP" altLang="en-US" dirty="0"/>
          </a:p>
        </p:txBody>
      </p:sp>
      <p:sp>
        <p:nvSpPr>
          <p:cNvPr id="8" name="フッター プレースホルダー 7">
            <a:extLst>
              <a:ext uri="{FF2B5EF4-FFF2-40B4-BE49-F238E27FC236}">
                <a16:creationId xmlns:a16="http://schemas.microsoft.com/office/drawing/2014/main" id="{D1C8DB2F-6A6A-4F6F-9AFC-222D41111084}"/>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一番上の図形の書式を、その下の図形に貼り付けてください（列毎に）</a:t>
            </a:r>
          </a:p>
        </p:txBody>
      </p:sp>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23</a:t>
            </a:r>
            <a:endParaRPr kumimoji="1" lang="ja-JP" altLang="en-US" sz="2000" b="1" dirty="0">
              <a:sym typeface="+mn-lt"/>
            </a:endParaRPr>
          </a:p>
        </p:txBody>
      </p:sp>
      <p:sp>
        <p:nvSpPr>
          <p:cNvPr id="15" name="正方形/長方形 14"/>
          <p:cNvSpPr/>
          <p:nvPr/>
        </p:nvSpPr>
        <p:spPr bwMode="gray">
          <a:xfrm>
            <a:off x="5593460" y="2189629"/>
            <a:ext cx="804672" cy="560832"/>
          </a:xfrm>
          <a:prstGeom prst="rect">
            <a:avLst/>
          </a:prstGeom>
          <a:solidFill>
            <a:srgbClr val="7A8290"/>
          </a:solidFill>
          <a:ln w="57150">
            <a:solidFill>
              <a:srgbClr val="7A829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ああ</a:t>
            </a:r>
          </a:p>
        </p:txBody>
      </p:sp>
      <p:sp>
        <p:nvSpPr>
          <p:cNvPr id="21" name="二等辺三角形 20"/>
          <p:cNvSpPr/>
          <p:nvPr/>
        </p:nvSpPr>
        <p:spPr bwMode="gray">
          <a:xfrm rot="5400000">
            <a:off x="6360032" y="2378605"/>
            <a:ext cx="560831" cy="182880"/>
          </a:xfrm>
          <a:prstGeom prst="triangle">
            <a:avLst/>
          </a:prstGeom>
          <a:solidFill>
            <a:srgbClr val="F4D9A8"/>
          </a:solidFill>
          <a:ln w="57150">
            <a:solidFill>
              <a:srgbClr val="1B23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2" name="円/楕円 21"/>
          <p:cNvSpPr/>
          <p:nvPr/>
        </p:nvSpPr>
        <p:spPr bwMode="gray">
          <a:xfrm>
            <a:off x="6882764" y="2189629"/>
            <a:ext cx="804672" cy="560832"/>
          </a:xfrm>
          <a:prstGeom prst="ellipse">
            <a:avLst/>
          </a:prstGeom>
          <a:solidFill>
            <a:srgbClr val="D26954"/>
          </a:solidFill>
          <a:ln>
            <a:solidFill>
              <a:srgbClr val="1B2330"/>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ctr"/>
          <a:lstStyle/>
          <a:p>
            <a:pPr algn="ctr"/>
            <a:r>
              <a:rPr kumimoji="1" lang="ja-JP" altLang="en-US" dirty="0">
                <a:sym typeface="+mn-lt"/>
              </a:rPr>
              <a:t>かか</a:t>
            </a:r>
          </a:p>
        </p:txBody>
      </p:sp>
      <p:sp>
        <p:nvSpPr>
          <p:cNvPr id="25" name="二等辺三角形 24"/>
          <p:cNvSpPr/>
          <p:nvPr/>
        </p:nvSpPr>
        <p:spPr bwMode="gray">
          <a:xfrm rot="16200000" flipH="1">
            <a:off x="7649336" y="2378605"/>
            <a:ext cx="560831" cy="182880"/>
          </a:xfrm>
          <a:prstGeom prst="triangle">
            <a:avLst/>
          </a:prstGeom>
          <a:solidFill>
            <a:schemeClr val="bg2"/>
          </a:solidFill>
          <a:ln w="38100">
            <a:solidFill>
              <a:srgbClr val="1B233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6" name="正方形/長方形 25"/>
          <p:cNvSpPr/>
          <p:nvPr/>
        </p:nvSpPr>
        <p:spPr bwMode="gray">
          <a:xfrm>
            <a:off x="8172068" y="2189629"/>
            <a:ext cx="804672" cy="560832"/>
          </a:xfrm>
          <a:prstGeom prst="rect">
            <a:avLst/>
          </a:prstGeom>
          <a:solidFill>
            <a:srgbClr val="A0A6AE"/>
          </a:solidFill>
          <a:ln w="57150">
            <a:solidFill>
              <a:srgbClr val="1B233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ささ</a:t>
            </a:r>
          </a:p>
        </p:txBody>
      </p:sp>
      <p:sp>
        <p:nvSpPr>
          <p:cNvPr id="27" name="正方形/長方形 26"/>
          <p:cNvSpPr/>
          <p:nvPr/>
        </p:nvSpPr>
        <p:spPr bwMode="gray">
          <a:xfrm>
            <a:off x="5593460" y="2902866"/>
            <a:ext cx="804672" cy="560832"/>
          </a:xfrm>
          <a:prstGeom prst="rect">
            <a:avLst/>
          </a:prstGeom>
          <a:solidFill>
            <a:srgbClr val="7A8290"/>
          </a:solidFill>
          <a:ln w="57150">
            <a:solidFill>
              <a:srgbClr val="7A829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いい</a:t>
            </a:r>
          </a:p>
        </p:txBody>
      </p:sp>
      <p:sp>
        <p:nvSpPr>
          <p:cNvPr id="28" name="二等辺三角形 27"/>
          <p:cNvSpPr/>
          <p:nvPr/>
        </p:nvSpPr>
        <p:spPr bwMode="gray">
          <a:xfrm rot="5400000">
            <a:off x="6360032" y="3091842"/>
            <a:ext cx="560831" cy="182880"/>
          </a:xfrm>
          <a:prstGeom prst="triangle">
            <a:avLst/>
          </a:prstGeom>
          <a:solidFill>
            <a:srgbClr val="F4D9A8"/>
          </a:solidFill>
          <a:ln w="57150">
            <a:solidFill>
              <a:srgbClr val="1B23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9" name="円/楕円 28"/>
          <p:cNvSpPr/>
          <p:nvPr/>
        </p:nvSpPr>
        <p:spPr bwMode="gray">
          <a:xfrm>
            <a:off x="6882764" y="2902866"/>
            <a:ext cx="804672" cy="560832"/>
          </a:xfrm>
          <a:prstGeom prst="ellipse">
            <a:avLst/>
          </a:prstGeom>
          <a:solidFill>
            <a:srgbClr val="D26954"/>
          </a:solidFill>
          <a:ln>
            <a:solidFill>
              <a:srgbClr val="1B2330"/>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ctr"/>
          <a:lstStyle/>
          <a:p>
            <a:pPr algn="ctr"/>
            <a:r>
              <a:rPr kumimoji="1" lang="ja-JP" altLang="en-US">
                <a:sym typeface="+mn-lt"/>
              </a:rPr>
              <a:t>きき</a:t>
            </a:r>
            <a:endParaRPr kumimoji="1" lang="ja-JP" altLang="en-US" dirty="0">
              <a:sym typeface="+mn-lt"/>
            </a:endParaRPr>
          </a:p>
        </p:txBody>
      </p:sp>
      <p:sp>
        <p:nvSpPr>
          <p:cNvPr id="30" name="二等辺三角形 29"/>
          <p:cNvSpPr/>
          <p:nvPr/>
        </p:nvSpPr>
        <p:spPr bwMode="gray">
          <a:xfrm rot="16200000" flipH="1">
            <a:off x="7649336" y="3091842"/>
            <a:ext cx="560831" cy="182880"/>
          </a:xfrm>
          <a:prstGeom prst="triangle">
            <a:avLst/>
          </a:prstGeom>
          <a:solidFill>
            <a:schemeClr val="bg2"/>
          </a:solidFill>
          <a:ln w="38100">
            <a:solidFill>
              <a:srgbClr val="1B233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1" name="正方形/長方形 30"/>
          <p:cNvSpPr/>
          <p:nvPr/>
        </p:nvSpPr>
        <p:spPr bwMode="gray">
          <a:xfrm>
            <a:off x="8172068" y="2902866"/>
            <a:ext cx="804672" cy="560832"/>
          </a:xfrm>
          <a:prstGeom prst="rect">
            <a:avLst/>
          </a:prstGeom>
          <a:solidFill>
            <a:srgbClr val="A0A6AE"/>
          </a:solidFill>
          <a:ln w="57150">
            <a:solidFill>
              <a:srgbClr val="1B233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a:sym typeface="+mn-lt"/>
              </a:rPr>
              <a:t>しし</a:t>
            </a:r>
            <a:endParaRPr kumimoji="1" lang="ja-JP" altLang="en-US" dirty="0">
              <a:sym typeface="+mn-lt"/>
            </a:endParaRPr>
          </a:p>
        </p:txBody>
      </p:sp>
      <p:sp>
        <p:nvSpPr>
          <p:cNvPr id="32" name="正方形/長方形 31"/>
          <p:cNvSpPr/>
          <p:nvPr/>
        </p:nvSpPr>
        <p:spPr bwMode="gray">
          <a:xfrm>
            <a:off x="5593460" y="3616103"/>
            <a:ext cx="804672" cy="560832"/>
          </a:xfrm>
          <a:prstGeom prst="rect">
            <a:avLst/>
          </a:prstGeom>
          <a:solidFill>
            <a:srgbClr val="7A8290"/>
          </a:solidFill>
          <a:ln w="57150">
            <a:solidFill>
              <a:srgbClr val="7A829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うう</a:t>
            </a:r>
          </a:p>
        </p:txBody>
      </p:sp>
      <p:sp>
        <p:nvSpPr>
          <p:cNvPr id="33" name="二等辺三角形 32"/>
          <p:cNvSpPr/>
          <p:nvPr/>
        </p:nvSpPr>
        <p:spPr bwMode="gray">
          <a:xfrm rot="5400000">
            <a:off x="6360032" y="3805079"/>
            <a:ext cx="560831" cy="182880"/>
          </a:xfrm>
          <a:prstGeom prst="triangle">
            <a:avLst/>
          </a:prstGeom>
          <a:solidFill>
            <a:srgbClr val="F4D9A8"/>
          </a:solidFill>
          <a:ln w="57150">
            <a:solidFill>
              <a:srgbClr val="1B23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4" name="円/楕円 33"/>
          <p:cNvSpPr/>
          <p:nvPr/>
        </p:nvSpPr>
        <p:spPr bwMode="gray">
          <a:xfrm>
            <a:off x="6882764" y="3616103"/>
            <a:ext cx="804672" cy="560832"/>
          </a:xfrm>
          <a:prstGeom prst="ellipse">
            <a:avLst/>
          </a:prstGeom>
          <a:solidFill>
            <a:srgbClr val="D26954"/>
          </a:solidFill>
          <a:ln>
            <a:solidFill>
              <a:srgbClr val="1B2330"/>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ctr"/>
          <a:lstStyle/>
          <a:p>
            <a:pPr algn="ctr"/>
            <a:r>
              <a:rPr kumimoji="1" lang="ja-JP" altLang="en-US">
                <a:sym typeface="+mn-lt"/>
              </a:rPr>
              <a:t>くく</a:t>
            </a:r>
            <a:endParaRPr kumimoji="1" lang="ja-JP" altLang="en-US" dirty="0">
              <a:sym typeface="+mn-lt"/>
            </a:endParaRPr>
          </a:p>
        </p:txBody>
      </p:sp>
      <p:sp>
        <p:nvSpPr>
          <p:cNvPr id="35" name="二等辺三角形 34"/>
          <p:cNvSpPr/>
          <p:nvPr/>
        </p:nvSpPr>
        <p:spPr bwMode="gray">
          <a:xfrm rot="16200000" flipH="1">
            <a:off x="7649336" y="3805079"/>
            <a:ext cx="560831" cy="182880"/>
          </a:xfrm>
          <a:prstGeom prst="triangle">
            <a:avLst/>
          </a:prstGeom>
          <a:solidFill>
            <a:schemeClr val="bg2"/>
          </a:solidFill>
          <a:ln w="38100">
            <a:solidFill>
              <a:srgbClr val="1B233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6" name="正方形/長方形 35"/>
          <p:cNvSpPr/>
          <p:nvPr/>
        </p:nvSpPr>
        <p:spPr bwMode="gray">
          <a:xfrm>
            <a:off x="8172068" y="3616103"/>
            <a:ext cx="804672" cy="560832"/>
          </a:xfrm>
          <a:prstGeom prst="rect">
            <a:avLst/>
          </a:prstGeom>
          <a:solidFill>
            <a:srgbClr val="A0A6AE"/>
          </a:solidFill>
          <a:ln w="57150">
            <a:solidFill>
              <a:srgbClr val="1B233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a:sym typeface="+mn-lt"/>
              </a:rPr>
              <a:t>すす</a:t>
            </a:r>
            <a:endParaRPr kumimoji="1" lang="ja-JP" altLang="en-US" dirty="0">
              <a:sym typeface="+mn-lt"/>
            </a:endParaRPr>
          </a:p>
        </p:txBody>
      </p:sp>
      <p:sp>
        <p:nvSpPr>
          <p:cNvPr id="37" name="正方形/長方形 36"/>
          <p:cNvSpPr/>
          <p:nvPr/>
        </p:nvSpPr>
        <p:spPr bwMode="gray">
          <a:xfrm>
            <a:off x="5593460" y="4329340"/>
            <a:ext cx="804672" cy="560832"/>
          </a:xfrm>
          <a:prstGeom prst="rect">
            <a:avLst/>
          </a:prstGeom>
          <a:solidFill>
            <a:srgbClr val="7A8290"/>
          </a:solidFill>
          <a:ln w="57150">
            <a:solidFill>
              <a:srgbClr val="7A829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ええ</a:t>
            </a:r>
          </a:p>
        </p:txBody>
      </p:sp>
      <p:sp>
        <p:nvSpPr>
          <p:cNvPr id="38" name="二等辺三角形 37"/>
          <p:cNvSpPr/>
          <p:nvPr/>
        </p:nvSpPr>
        <p:spPr bwMode="gray">
          <a:xfrm rot="5400000">
            <a:off x="6360032" y="4518316"/>
            <a:ext cx="560831" cy="182880"/>
          </a:xfrm>
          <a:prstGeom prst="triangle">
            <a:avLst/>
          </a:prstGeom>
          <a:solidFill>
            <a:srgbClr val="F4D9A8"/>
          </a:solidFill>
          <a:ln w="57150">
            <a:solidFill>
              <a:srgbClr val="1B23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9" name="円/楕円 38"/>
          <p:cNvSpPr/>
          <p:nvPr/>
        </p:nvSpPr>
        <p:spPr bwMode="gray">
          <a:xfrm>
            <a:off x="6882764" y="4329340"/>
            <a:ext cx="804672" cy="560832"/>
          </a:xfrm>
          <a:prstGeom prst="ellipse">
            <a:avLst/>
          </a:prstGeom>
          <a:solidFill>
            <a:srgbClr val="D26954"/>
          </a:solidFill>
          <a:ln>
            <a:solidFill>
              <a:srgbClr val="1B2330"/>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ctr"/>
          <a:lstStyle/>
          <a:p>
            <a:pPr algn="ctr"/>
            <a:r>
              <a:rPr kumimoji="1" lang="ja-JP" altLang="en-US">
                <a:sym typeface="+mn-lt"/>
              </a:rPr>
              <a:t>けけ</a:t>
            </a:r>
            <a:endParaRPr kumimoji="1" lang="ja-JP" altLang="en-US" dirty="0">
              <a:sym typeface="+mn-lt"/>
            </a:endParaRPr>
          </a:p>
        </p:txBody>
      </p:sp>
      <p:sp>
        <p:nvSpPr>
          <p:cNvPr id="40" name="二等辺三角形 39"/>
          <p:cNvSpPr/>
          <p:nvPr/>
        </p:nvSpPr>
        <p:spPr bwMode="gray">
          <a:xfrm rot="16200000" flipH="1">
            <a:off x="7649336" y="4518316"/>
            <a:ext cx="560831" cy="182880"/>
          </a:xfrm>
          <a:prstGeom prst="triangle">
            <a:avLst/>
          </a:prstGeom>
          <a:solidFill>
            <a:schemeClr val="bg2"/>
          </a:solidFill>
          <a:ln w="38100">
            <a:solidFill>
              <a:srgbClr val="1B233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1" name="正方形/長方形 40"/>
          <p:cNvSpPr/>
          <p:nvPr/>
        </p:nvSpPr>
        <p:spPr bwMode="gray">
          <a:xfrm>
            <a:off x="8172068" y="4329340"/>
            <a:ext cx="804672" cy="560832"/>
          </a:xfrm>
          <a:prstGeom prst="rect">
            <a:avLst/>
          </a:prstGeom>
          <a:solidFill>
            <a:srgbClr val="A0A6AE"/>
          </a:solidFill>
          <a:ln w="57150">
            <a:solidFill>
              <a:srgbClr val="1B233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a:sym typeface="+mn-lt"/>
              </a:rPr>
              <a:t>せせ</a:t>
            </a:r>
            <a:endParaRPr kumimoji="1" lang="ja-JP" altLang="en-US" dirty="0">
              <a:sym typeface="+mn-lt"/>
            </a:endParaRPr>
          </a:p>
        </p:txBody>
      </p:sp>
      <p:sp>
        <p:nvSpPr>
          <p:cNvPr id="42" name="正方形/長方形 41"/>
          <p:cNvSpPr/>
          <p:nvPr/>
        </p:nvSpPr>
        <p:spPr bwMode="gray">
          <a:xfrm>
            <a:off x="5593460" y="5042577"/>
            <a:ext cx="804672" cy="560832"/>
          </a:xfrm>
          <a:prstGeom prst="rect">
            <a:avLst/>
          </a:prstGeom>
          <a:solidFill>
            <a:srgbClr val="7A8290"/>
          </a:solidFill>
          <a:ln w="57150">
            <a:solidFill>
              <a:srgbClr val="7A829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おお</a:t>
            </a:r>
          </a:p>
        </p:txBody>
      </p:sp>
      <p:sp>
        <p:nvSpPr>
          <p:cNvPr id="43" name="二等辺三角形 42"/>
          <p:cNvSpPr/>
          <p:nvPr/>
        </p:nvSpPr>
        <p:spPr bwMode="gray">
          <a:xfrm rot="5400000">
            <a:off x="6360032" y="5231553"/>
            <a:ext cx="560831" cy="182880"/>
          </a:xfrm>
          <a:prstGeom prst="triangle">
            <a:avLst/>
          </a:prstGeom>
          <a:solidFill>
            <a:srgbClr val="F4D9A8"/>
          </a:solidFill>
          <a:ln w="57150">
            <a:solidFill>
              <a:srgbClr val="1B233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4" name="円/楕円 43"/>
          <p:cNvSpPr/>
          <p:nvPr/>
        </p:nvSpPr>
        <p:spPr bwMode="gray">
          <a:xfrm>
            <a:off x="6882764" y="5042577"/>
            <a:ext cx="804672" cy="560832"/>
          </a:xfrm>
          <a:prstGeom prst="ellipse">
            <a:avLst/>
          </a:prstGeom>
          <a:solidFill>
            <a:srgbClr val="D26954"/>
          </a:solidFill>
          <a:ln>
            <a:solidFill>
              <a:srgbClr val="1B2330"/>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ctr"/>
          <a:lstStyle/>
          <a:p>
            <a:pPr algn="ctr"/>
            <a:r>
              <a:rPr kumimoji="1" lang="ja-JP" altLang="en-US">
                <a:sym typeface="+mn-lt"/>
              </a:rPr>
              <a:t>ここ</a:t>
            </a:r>
            <a:endParaRPr kumimoji="1" lang="ja-JP" altLang="en-US" dirty="0">
              <a:sym typeface="+mn-lt"/>
            </a:endParaRPr>
          </a:p>
        </p:txBody>
      </p:sp>
      <p:sp>
        <p:nvSpPr>
          <p:cNvPr id="45" name="二等辺三角形 44"/>
          <p:cNvSpPr/>
          <p:nvPr/>
        </p:nvSpPr>
        <p:spPr bwMode="gray">
          <a:xfrm rot="16200000" flipH="1">
            <a:off x="7649336" y="5231553"/>
            <a:ext cx="560831" cy="182880"/>
          </a:xfrm>
          <a:prstGeom prst="triangle">
            <a:avLst/>
          </a:prstGeom>
          <a:solidFill>
            <a:schemeClr val="bg2"/>
          </a:solidFill>
          <a:ln w="38100">
            <a:solidFill>
              <a:srgbClr val="1B233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6" name="正方形/長方形 45"/>
          <p:cNvSpPr/>
          <p:nvPr/>
        </p:nvSpPr>
        <p:spPr bwMode="gray">
          <a:xfrm>
            <a:off x="8172068" y="5042577"/>
            <a:ext cx="804672" cy="560832"/>
          </a:xfrm>
          <a:prstGeom prst="rect">
            <a:avLst/>
          </a:prstGeom>
          <a:solidFill>
            <a:srgbClr val="A0A6AE"/>
          </a:solidFill>
          <a:ln w="57150">
            <a:solidFill>
              <a:srgbClr val="1B233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a:sym typeface="+mn-lt"/>
              </a:rPr>
              <a:t>そそ</a:t>
            </a:r>
            <a:endParaRPr kumimoji="1" lang="ja-JP" altLang="en-US" dirty="0">
              <a:sym typeface="+mn-lt"/>
            </a:endParaRPr>
          </a:p>
        </p:txBody>
      </p:sp>
      <p:pic>
        <p:nvPicPr>
          <p:cNvPr id="2" name="図 1">
            <a:extLst>
              <a:ext uri="{FF2B5EF4-FFF2-40B4-BE49-F238E27FC236}">
                <a16:creationId xmlns:a16="http://schemas.microsoft.com/office/drawing/2014/main" id="{71F085C2-ABA8-41FA-945C-42E8A82B6B86}"/>
              </a:ext>
            </a:extLst>
          </p:cNvPr>
          <p:cNvPicPr>
            <a:picLocks noChangeAspect="1"/>
          </p:cNvPicPr>
          <p:nvPr/>
        </p:nvPicPr>
        <p:blipFill>
          <a:blip r:embed="rId6"/>
          <a:stretch>
            <a:fillRect/>
          </a:stretch>
        </p:blipFill>
        <p:spPr>
          <a:xfrm>
            <a:off x="407382" y="1479718"/>
            <a:ext cx="4365114" cy="4840644"/>
          </a:xfrm>
          <a:prstGeom prst="rect">
            <a:avLst/>
          </a:prstGeom>
        </p:spPr>
      </p:pic>
    </p:spTree>
    <p:extLst>
      <p:ext uri="{BB962C8B-B14F-4D97-AF65-F5344CB8AC3E}">
        <p14:creationId xmlns:p14="http://schemas.microsoft.com/office/powerpoint/2010/main" val="32715004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620641C4-05E9-4CC8-A68A-3EA561B04474}"/>
              </a:ext>
            </a:extLst>
          </p:cNvPr>
          <p:cNvSpPr>
            <a:spLocks noGrp="1"/>
          </p:cNvSpPr>
          <p:nvPr>
            <p:ph type="sldNum" sz="quarter" idx="13"/>
          </p:nvPr>
        </p:nvSpPr>
        <p:spPr/>
        <p:txBody>
          <a:bodyPr/>
          <a:lstStyle/>
          <a:p>
            <a:fld id="{A3EB1B23-9AF8-425B-BAD7-B9FA00F18833}" type="slidenum">
              <a:rPr lang="ja-JP" altLang="en-US" smtClean="0"/>
              <a:pPr/>
              <a:t>27</a:t>
            </a:fld>
            <a:endParaRPr lang="ja-JP" altLang="en-US" dirty="0"/>
          </a:p>
        </p:txBody>
      </p:sp>
      <p:sp>
        <p:nvSpPr>
          <p:cNvPr id="7" name="フッター プレースホルダー 6">
            <a:extLst>
              <a:ext uri="{FF2B5EF4-FFF2-40B4-BE49-F238E27FC236}">
                <a16:creationId xmlns:a16="http://schemas.microsoft.com/office/drawing/2014/main" id="{C435B5F0-67D5-4AE6-8A73-CB0E41329F3E}"/>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図形の変更を用いて、図形を「正方形／長方形」に変更してください</a:t>
            </a:r>
          </a:p>
        </p:txBody>
      </p:sp>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24</a:t>
            </a:r>
            <a:endParaRPr kumimoji="1" lang="ja-JP" altLang="en-US" sz="2000" b="1" dirty="0">
              <a:sym typeface="+mn-lt"/>
            </a:endParaRPr>
          </a:p>
        </p:txBody>
      </p:sp>
      <p:sp>
        <p:nvSpPr>
          <p:cNvPr id="15" name="正方形/長方形 14"/>
          <p:cNvSpPr/>
          <p:nvPr/>
        </p:nvSpPr>
        <p:spPr bwMode="gray">
          <a:xfrm>
            <a:off x="5426960" y="2175804"/>
            <a:ext cx="3716281" cy="1584000"/>
          </a:xfrm>
          <a:prstGeom prst="rect">
            <a:avLst/>
          </a:prstGeom>
          <a:solidFill>
            <a:schemeClr val="bg2"/>
          </a:solidFill>
          <a:ln w="57150">
            <a:solidFill>
              <a:srgbClr val="D26954"/>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t" anchorCtr="0"/>
          <a:lstStyle/>
          <a:p>
            <a:pPr marL="285750" indent="-285750">
              <a:buFont typeface="Wingdings" pitchFamily="2" charset="2"/>
              <a:buChar char="n"/>
            </a:pPr>
            <a:r>
              <a:rPr lang="en-US" altLang="ja-JP" sz="2000" dirty="0" err="1">
                <a:solidFill>
                  <a:schemeClr val="tx1"/>
                </a:solidFill>
                <a:sym typeface="+mn-lt"/>
              </a:rPr>
              <a:t>Smap</a:t>
            </a:r>
            <a:r>
              <a:rPr lang="en-US" altLang="ja-JP" sz="2000" dirty="0">
                <a:solidFill>
                  <a:schemeClr val="tx1"/>
                </a:solidFill>
                <a:sym typeface="+mn-lt"/>
              </a:rPr>
              <a:t>/a[\a^;</a:t>
            </a:r>
            <a:r>
              <a:rPr lang="en-US" altLang="ja-JP" sz="2000" dirty="0" err="1">
                <a:solidFill>
                  <a:schemeClr val="tx1"/>
                </a:solidFill>
                <a:sym typeface="+mn-lt"/>
              </a:rPr>
              <a:t>f@m</a:t>
            </a:r>
            <a:endParaRPr lang="en-US" altLang="ja-JP" sz="2000" dirty="0">
              <a:solidFill>
                <a:schemeClr val="tx1"/>
              </a:solidFill>
              <a:sym typeface="+mn-lt"/>
            </a:endParaRPr>
          </a:p>
          <a:p>
            <a:pPr marL="540000" indent="-342900">
              <a:buFont typeface="Wingdings" pitchFamily="2" charset="2"/>
              <a:buChar char="Ø"/>
            </a:pPr>
            <a:r>
              <a:rPr lang="en-US" altLang="ja-JP" sz="2000" dirty="0">
                <a:solidFill>
                  <a:schemeClr val="tx1"/>
                </a:solidFill>
                <a:sym typeface="+mn-lt"/>
              </a:rPr>
              <a:t>ad,</a:t>
            </a:r>
            <a:r>
              <a:rPr lang="en-US" altLang="ja-JP" sz="2000" dirty="0" err="1">
                <a:solidFill>
                  <a:schemeClr val="tx1"/>
                </a:solidFill>
                <a:sym typeface="+mn-lt"/>
              </a:rPr>
              <a:t>adpap</a:t>
            </a:r>
            <a:r>
              <a:rPr lang="en-US" altLang="ja-JP" sz="2000" dirty="0">
                <a:solidFill>
                  <a:schemeClr val="tx1"/>
                </a:solidFill>
                <a:sym typeface="+mn-lt"/>
              </a:rPr>
              <a:t>,.</a:t>
            </a:r>
            <a:r>
              <a:rPr lang="en-US" altLang="ja-JP" sz="2000" dirty="0" err="1">
                <a:solidFill>
                  <a:schemeClr val="tx1"/>
                </a:solidFill>
                <a:sym typeface="+mn-lt"/>
              </a:rPr>
              <a:t>acaoeap</a:t>
            </a:r>
            <a:r>
              <a:rPr lang="en-US" altLang="ja-JP" sz="2000" dirty="0">
                <a:solidFill>
                  <a:schemeClr val="tx1"/>
                </a:solidFill>
                <a:sym typeface="+mn-lt"/>
              </a:rPr>
              <a:t>[\:</a:t>
            </a:r>
            <a:r>
              <a:rPr lang="en-US" altLang="ja-JP" sz="2000" dirty="0" err="1">
                <a:solidFill>
                  <a:schemeClr val="tx1"/>
                </a:solidFill>
                <a:sym typeface="+mn-lt"/>
              </a:rPr>
              <a:t>pak</a:t>
            </a:r>
            <a:endParaRPr lang="en-US" altLang="ja-JP" sz="2000" dirty="0">
              <a:solidFill>
                <a:schemeClr val="tx1"/>
              </a:solidFill>
              <a:sym typeface="+mn-lt"/>
            </a:endParaRPr>
          </a:p>
          <a:p>
            <a:pPr marL="684000" indent="-244475">
              <a:buFont typeface="Arial" pitchFamily="34" charset="0"/>
              <a:buChar char="•"/>
            </a:pPr>
            <a:r>
              <a:rPr lang="en-US" altLang="ja-JP" dirty="0" err="1">
                <a:solidFill>
                  <a:schemeClr val="tx1"/>
                </a:solidFill>
                <a:sym typeface="+mn-lt"/>
              </a:rPr>
              <a:t>wp</a:t>
            </a:r>
            <a:r>
              <a:rPr lang="en-US" altLang="ja-JP" dirty="0">
                <a:solidFill>
                  <a:schemeClr val="tx1"/>
                </a:solidFill>
                <a:sym typeface="+mn-lt"/>
              </a:rPr>
              <a:t>,,</a:t>
            </a:r>
            <a:r>
              <a:rPr lang="en-US" altLang="ja-JP" dirty="0" err="1">
                <a:solidFill>
                  <a:schemeClr val="tx1"/>
                </a:solidFill>
                <a:sym typeface="+mn-lt"/>
              </a:rPr>
              <a:t>spf;mwgp</a:t>
            </a:r>
            <a:r>
              <a:rPr lang="en-US" altLang="ja-JP" dirty="0">
                <a:solidFill>
                  <a:schemeClr val="tx1"/>
                </a:solidFill>
                <a:sym typeface="+mn-lt"/>
              </a:rPr>
              <a:t>,,w,;</a:t>
            </a:r>
            <a:r>
              <a:rPr lang="en-US" altLang="ja-JP" dirty="0" err="1">
                <a:solidFill>
                  <a:schemeClr val="tx1"/>
                </a:solidFill>
                <a:sym typeface="+mn-lt"/>
              </a:rPr>
              <a:t>s,qwed</a:t>
            </a:r>
            <a:endParaRPr lang="en-US" altLang="ja-JP" dirty="0">
              <a:solidFill>
                <a:schemeClr val="tx1"/>
              </a:solidFill>
              <a:sym typeface="+mn-lt"/>
            </a:endParaRPr>
          </a:p>
          <a:p>
            <a:pPr marL="936000" indent="-342900">
              <a:buFont typeface="Wingdings" pitchFamily="2" charset="2"/>
              <a:buChar char="ü"/>
            </a:pPr>
            <a:r>
              <a:rPr lang="en-US" altLang="ja-JP" sz="1600" dirty="0" err="1">
                <a:solidFill>
                  <a:schemeClr val="tx1"/>
                </a:solidFill>
                <a:sym typeface="+mn-lt"/>
              </a:rPr>
              <a:t>dapakdaw,efq</a:t>
            </a:r>
            <a:r>
              <a:rPr lang="en-US" altLang="ja-JP" sz="1600" dirty="0">
                <a:solidFill>
                  <a:schemeClr val="tx1"/>
                </a:solidFill>
                <a:sym typeface="+mn-lt"/>
              </a:rPr>
              <a:t>.]q.[</a:t>
            </a:r>
            <a:r>
              <a:rPr lang="en-US" altLang="ja-JP" sz="1600" dirty="0" err="1">
                <a:solidFill>
                  <a:schemeClr val="tx1"/>
                </a:solidFill>
                <a:sym typeface="+mn-lt"/>
              </a:rPr>
              <a:t>l^ak,adoa</a:t>
            </a:r>
            <a:endParaRPr lang="en-US" altLang="ja-JP" sz="1600" dirty="0">
              <a:solidFill>
                <a:schemeClr val="tx1"/>
              </a:solidFill>
              <a:sym typeface="+mn-lt"/>
            </a:endParaRPr>
          </a:p>
          <a:p>
            <a:pPr marL="342900" indent="-257175">
              <a:buFont typeface="ＭＳ Ｐゴシック" pitchFamily="50" charset="-128"/>
              <a:buChar char="※"/>
            </a:pPr>
            <a:r>
              <a:rPr lang="en-US" altLang="ja-JP" sz="1400" dirty="0" err="1">
                <a:solidFill>
                  <a:schemeClr val="tx1"/>
                </a:solidFill>
                <a:sym typeface="+mn-lt"/>
              </a:rPr>
              <a:t>Samopowmoe,oaowl</a:t>
            </a:r>
            <a:r>
              <a:rPr lang="en-US" altLang="ja-JP" sz="1400" dirty="0">
                <a:solidFill>
                  <a:schemeClr val="tx1"/>
                </a:solidFill>
                <a:sym typeface="+mn-lt"/>
              </a:rPr>
              <a:t>;</a:t>
            </a:r>
            <a:endParaRPr lang="en-US" altLang="ja-JP" sz="2000" dirty="0">
              <a:solidFill>
                <a:schemeClr val="tx1"/>
              </a:solidFill>
              <a:sym typeface="+mn-lt"/>
            </a:endParaRPr>
          </a:p>
        </p:txBody>
      </p:sp>
      <p:sp>
        <p:nvSpPr>
          <p:cNvPr id="21" name="正方形/長方形 20"/>
          <p:cNvSpPr/>
          <p:nvPr/>
        </p:nvSpPr>
        <p:spPr bwMode="gray">
          <a:xfrm>
            <a:off x="5426960" y="4033235"/>
            <a:ext cx="3716281" cy="1584000"/>
          </a:xfrm>
          <a:prstGeom prst="rect">
            <a:avLst/>
          </a:prstGeom>
          <a:solidFill>
            <a:schemeClr val="bg2"/>
          </a:solidFill>
          <a:ln w="57150">
            <a:solidFill>
              <a:srgbClr val="D26954"/>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t" anchorCtr="0"/>
          <a:lstStyle/>
          <a:p>
            <a:pPr marL="285750" indent="-285750">
              <a:buFont typeface="Wingdings" pitchFamily="2" charset="2"/>
              <a:buChar char="n"/>
            </a:pPr>
            <a:r>
              <a:rPr lang="en-US" altLang="ja-JP" sz="2000" dirty="0" err="1">
                <a:solidFill>
                  <a:schemeClr val="tx1"/>
                </a:solidFill>
                <a:sym typeface="+mn-lt"/>
              </a:rPr>
              <a:t>Asmosan</a:t>
            </a:r>
            <a:r>
              <a:rPr lang="en-US" altLang="ja-JP" sz="2000" dirty="0">
                <a:solidFill>
                  <a:schemeClr val="tx1"/>
                </a:solidFill>
                <a:sym typeface="+mn-lt"/>
              </a:rPr>
              <a:t>/^^</a:t>
            </a:r>
            <a:r>
              <a:rPr lang="en-US" altLang="ja-JP" sz="2000" dirty="0" err="1">
                <a:solidFill>
                  <a:schemeClr val="tx1"/>
                </a:solidFill>
                <a:sym typeface="+mn-lt"/>
              </a:rPr>
              <a:t>odjfmasdfoa</a:t>
            </a:r>
            <a:endParaRPr lang="en-US" altLang="ja-JP" sz="2000" dirty="0">
              <a:solidFill>
                <a:schemeClr val="tx1"/>
              </a:solidFill>
              <a:sym typeface="+mn-lt"/>
            </a:endParaRPr>
          </a:p>
          <a:p>
            <a:pPr marL="540000" indent="-342900">
              <a:buFont typeface="Wingdings" pitchFamily="2" charset="2"/>
              <a:buChar char="Ø"/>
            </a:pPr>
            <a:r>
              <a:rPr lang="en-US" altLang="ja-JP" sz="2000" dirty="0" err="1">
                <a:solidFill>
                  <a:schemeClr val="tx1"/>
                </a:solidFill>
                <a:sym typeface="+mn-lt"/>
              </a:rPr>
              <a:t>jsdokemosd,okfodjfme</a:t>
            </a:r>
            <a:r>
              <a:rPr lang="en-US" altLang="ja-JP" sz="2000" dirty="0">
                <a:solidFill>
                  <a:schemeClr val="tx1"/>
                </a:solidFill>
                <a:sym typeface="+mn-lt"/>
              </a:rPr>
              <a:t>/\l</a:t>
            </a:r>
          </a:p>
          <a:p>
            <a:pPr marL="684000" indent="-244475">
              <a:buFont typeface="Arial" pitchFamily="34" charset="0"/>
              <a:buChar char="•"/>
            </a:pPr>
            <a:r>
              <a:rPr lang="en-US" altLang="ja-JP" dirty="0" err="1">
                <a:solidFill>
                  <a:schemeClr val="tx1"/>
                </a:solidFill>
                <a:sym typeface="+mn-lt"/>
              </a:rPr>
              <a:t>ajdkel.adosjekal,d.do</a:t>
            </a:r>
            <a:r>
              <a:rPr lang="en-US" altLang="ja-JP" dirty="0">
                <a:solidFill>
                  <a:schemeClr val="tx1"/>
                </a:solidFill>
                <a:sym typeface="+mn-lt"/>
              </a:rPr>
              <a:t>/</a:t>
            </a:r>
            <a:r>
              <a:rPr lang="en-US" altLang="ja-JP" dirty="0" err="1">
                <a:solidFill>
                  <a:schemeClr val="tx1"/>
                </a:solidFill>
                <a:sym typeface="+mn-lt"/>
              </a:rPr>
              <a:t>ef</a:t>
            </a:r>
            <a:r>
              <a:rPr lang="en-US" altLang="ja-JP" dirty="0">
                <a:solidFill>
                  <a:schemeClr val="tx1"/>
                </a:solidFill>
                <a:sym typeface="+mn-lt"/>
              </a:rPr>
              <a:t>[/a</a:t>
            </a:r>
          </a:p>
          <a:p>
            <a:pPr marL="936000" indent="-342900">
              <a:buFont typeface="Wingdings" pitchFamily="2" charset="2"/>
              <a:buChar char="ü"/>
            </a:pPr>
            <a:r>
              <a:rPr lang="en-US" altLang="ja-JP" sz="1600" dirty="0" err="1">
                <a:solidFill>
                  <a:schemeClr val="tx1"/>
                </a:solidFill>
                <a:sym typeface="+mn-lt"/>
              </a:rPr>
              <a:t>jedkoa,lada,smoald,a.speal</a:t>
            </a:r>
            <a:endParaRPr lang="en-US" altLang="ja-JP" sz="1600" dirty="0">
              <a:solidFill>
                <a:schemeClr val="tx1"/>
              </a:solidFill>
              <a:sym typeface="+mn-lt"/>
            </a:endParaRPr>
          </a:p>
          <a:p>
            <a:pPr marL="342900" indent="-257175">
              <a:buFont typeface="ＭＳ Ｐゴシック" pitchFamily="50" charset="-128"/>
              <a:buChar char="※"/>
            </a:pPr>
            <a:r>
              <a:rPr lang="en-US" altLang="ja-JP" sz="1400" dirty="0" err="1">
                <a:solidFill>
                  <a:schemeClr val="tx1"/>
                </a:solidFill>
                <a:sym typeface="+mn-lt"/>
              </a:rPr>
              <a:t>dadla</a:t>
            </a:r>
            <a:r>
              <a:rPr lang="en-US" altLang="ja-JP" sz="1400" dirty="0">
                <a:solidFill>
                  <a:schemeClr val="tx1"/>
                </a:solidFill>
                <a:sym typeface="+mn-lt"/>
              </a:rPr>
              <a:t>;.</a:t>
            </a:r>
            <a:r>
              <a:rPr lang="en-US" altLang="ja-JP" sz="1400" dirty="0" err="1">
                <a:solidFill>
                  <a:schemeClr val="tx1"/>
                </a:solidFill>
                <a:sym typeface="+mn-lt"/>
              </a:rPr>
              <a:t>d,apdkaeja;s.mapja</a:t>
            </a:r>
            <a:r>
              <a:rPr lang="en-US" altLang="ja-JP" sz="1400" dirty="0">
                <a:solidFill>
                  <a:schemeClr val="tx1"/>
                </a:solidFill>
                <a:sym typeface="+mn-lt"/>
              </a:rPr>
              <a:t>]</a:t>
            </a:r>
            <a:r>
              <a:rPr lang="en-US" altLang="ja-JP" sz="1400" dirty="0" err="1">
                <a:solidFill>
                  <a:schemeClr val="tx1"/>
                </a:solidFill>
                <a:sym typeface="+mn-lt"/>
              </a:rPr>
              <a:t>lfea</a:t>
            </a:r>
            <a:r>
              <a:rPr lang="en-US" altLang="ja-JP" sz="1400" dirty="0">
                <a:solidFill>
                  <a:schemeClr val="tx1"/>
                </a:solidFill>
                <a:sym typeface="+mn-lt"/>
              </a:rPr>
              <a:t>@</a:t>
            </a:r>
          </a:p>
        </p:txBody>
      </p:sp>
      <p:pic>
        <p:nvPicPr>
          <p:cNvPr id="2" name="図 1">
            <a:extLst>
              <a:ext uri="{FF2B5EF4-FFF2-40B4-BE49-F238E27FC236}">
                <a16:creationId xmlns:a16="http://schemas.microsoft.com/office/drawing/2014/main" id="{421D91FD-7382-4127-836A-F5D789B04E39}"/>
              </a:ext>
            </a:extLst>
          </p:cNvPr>
          <p:cNvPicPr>
            <a:picLocks noChangeAspect="1"/>
          </p:cNvPicPr>
          <p:nvPr/>
        </p:nvPicPr>
        <p:blipFill>
          <a:blip r:embed="rId6"/>
          <a:stretch>
            <a:fillRect/>
          </a:stretch>
        </p:blipFill>
        <p:spPr>
          <a:xfrm>
            <a:off x="416210" y="1481142"/>
            <a:ext cx="4365114" cy="4840644"/>
          </a:xfrm>
          <a:prstGeom prst="rect">
            <a:avLst/>
          </a:prstGeom>
        </p:spPr>
      </p:pic>
    </p:spTree>
    <p:extLst>
      <p:ext uri="{BB962C8B-B14F-4D97-AF65-F5344CB8AC3E}">
        <p14:creationId xmlns:p14="http://schemas.microsoft.com/office/powerpoint/2010/main" val="3414961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正方形/長方形 9" hidden="1"/>
          <p:cNvSpPr/>
          <p:nvPr>
            <p:custDataLst>
              <p:tags r:id="rId2"/>
            </p:custDataLst>
          </p:nvPr>
        </p:nvSpPr>
        <p:spPr bwMode="gray">
          <a:xfrm>
            <a:off x="0" y="0"/>
            <a:ext cx="158750" cy="158750"/>
          </a:xfrm>
          <a:prstGeom prst="rect">
            <a:avLst/>
          </a:prstGeom>
          <a:solidFill>
            <a:srgbClr val="C8CDD2"/>
          </a:solidFill>
          <a:ln w="12700" algn="ctr">
            <a:solidFill>
              <a:srgbClr val="C8CDD2"/>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ja-JP" altLang="en-US" sz="1200" u="none" strike="noStrike" kern="1200" cap="none" spc="0" normalizeH="0" noProof="0" dirty="0">
              <a:ln>
                <a:noFill/>
              </a:ln>
              <a:solidFill>
                <a:prstClr val="black"/>
              </a:solidFill>
              <a:effectLst/>
              <a:uLnTx/>
              <a:uFillTx/>
              <a:latin typeface="Calibri Light" panose="020F0302020204030204" pitchFamily="34" charset="0"/>
              <a:ea typeface="Yu Gothic UI" panose="020B0500000000000000" pitchFamily="50" charset="-128"/>
              <a:cs typeface="+mn-cs"/>
              <a:sym typeface="Calibri Light" panose="020F0302020204030204" pitchFamily="34" charset="0"/>
            </a:endParaRPr>
          </a:p>
        </p:txBody>
      </p:sp>
      <p:sp>
        <p:nvSpPr>
          <p:cNvPr id="5" name="スライド番号プレースホルダー 4">
            <a:extLst>
              <a:ext uri="{FF2B5EF4-FFF2-40B4-BE49-F238E27FC236}">
                <a16:creationId xmlns:a16="http://schemas.microsoft.com/office/drawing/2014/main" id="{F79B4A47-83E1-40CD-BC07-565B911F3B90}"/>
              </a:ext>
            </a:extLst>
          </p:cNvPr>
          <p:cNvSpPr>
            <a:spLocks noGrp="1"/>
          </p:cNvSpPr>
          <p:nvPr>
            <p:ph type="sldNum" sz="quarter" idx="13"/>
          </p:nvPr>
        </p:nvSpPr>
        <p:spPr/>
        <p:txBody>
          <a:bodyPr/>
          <a:lstStyle/>
          <a:p>
            <a:fld id="{A3EB1B23-9AF8-425B-BAD7-B9FA00F18833}" type="slidenum">
              <a:rPr lang="ja-JP" altLang="en-US" smtClean="0"/>
              <a:pPr/>
              <a:t>28</a:t>
            </a:fld>
            <a:endParaRPr lang="ja-JP" altLang="en-US" dirty="0"/>
          </a:p>
        </p:txBody>
      </p:sp>
      <p:sp>
        <p:nvSpPr>
          <p:cNvPr id="7" name="フッター プレースホルダー 6">
            <a:extLst>
              <a:ext uri="{FF2B5EF4-FFF2-40B4-BE49-F238E27FC236}">
                <a16:creationId xmlns:a16="http://schemas.microsoft.com/office/drawing/2014/main" id="{573B92E6-2DA9-45B4-AB5B-85D6D5D41F2F}"/>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24"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グラフ機能を使用し、チャートを作成してください</a:t>
            </a:r>
          </a:p>
        </p:txBody>
      </p:sp>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25</a:t>
            </a:r>
            <a:endParaRPr kumimoji="1" lang="ja-JP" altLang="en-US" sz="2000" b="1" dirty="0">
              <a:sym typeface="+mn-lt"/>
            </a:endParaRPr>
          </a:p>
        </p:txBody>
      </p:sp>
      <p:sp>
        <p:nvSpPr>
          <p:cNvPr id="2" name="正方形/長方形 1">
            <a:extLst>
              <a:ext uri="{FF2B5EF4-FFF2-40B4-BE49-F238E27FC236}">
                <a16:creationId xmlns:a16="http://schemas.microsoft.com/office/drawing/2014/main" id="{1F03A052-983F-412C-95F9-19DA739006CC}"/>
              </a:ext>
            </a:extLst>
          </p:cNvPr>
          <p:cNvSpPr/>
          <p:nvPr/>
        </p:nvSpPr>
        <p:spPr bwMode="gray">
          <a:xfrm>
            <a:off x="5598490" y="273600"/>
            <a:ext cx="3888000" cy="1152000"/>
          </a:xfrm>
          <a:prstGeom prst="rect">
            <a:avLst/>
          </a:prstGeom>
          <a:solidFill>
            <a:srgbClr val="F4D9A8"/>
          </a:solidFill>
          <a:ln w="12700" algn="ctr">
            <a:solidFill>
              <a:srgbClr val="5C3A2E"/>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1" i="0" u="none" strike="noStrike" kern="1200" cap="none" spc="0" normalizeH="0" baseline="0" noProof="0" dirty="0">
                <a:ln>
                  <a:noFill/>
                </a:ln>
                <a:solidFill>
                  <a:prstClr val="black"/>
                </a:solidFill>
                <a:effectLst/>
                <a:uLnTx/>
                <a:uFillTx/>
                <a:latin typeface="+mn-lt"/>
                <a:ea typeface="+mn-ea"/>
                <a:cs typeface="+mn-cs"/>
              </a:rPr>
              <a:t>【</a:t>
            </a:r>
            <a:r>
              <a:rPr kumimoji="1" lang="ja-JP" altLang="en-US" sz="1200" b="1" i="0" u="none" strike="noStrike" kern="1200" cap="none" spc="0" normalizeH="0" baseline="0" noProof="0" dirty="0">
                <a:ln>
                  <a:noFill/>
                </a:ln>
                <a:solidFill>
                  <a:prstClr val="black"/>
                </a:solidFill>
                <a:effectLst/>
                <a:uLnTx/>
                <a:uFillTx/>
                <a:latin typeface="+mn-lt"/>
                <a:ea typeface="+mn-ea"/>
                <a:cs typeface="+mn-cs"/>
              </a:rPr>
              <a:t>注意点</a:t>
            </a:r>
            <a:r>
              <a:rPr kumimoji="1" lang="en-US" altLang="ja-JP" sz="1200" b="1" i="0" u="none" strike="noStrike" kern="1200" cap="none" spc="0" normalizeH="0" baseline="0" noProof="0" dirty="0">
                <a:ln>
                  <a:noFill/>
                </a:ln>
                <a:solidFill>
                  <a:prstClr val="black"/>
                </a:solidFill>
                <a:effectLst/>
                <a:uLnTx/>
                <a:uFillTx/>
                <a:latin typeface="+mn-lt"/>
                <a:ea typeface="+mn-ea"/>
                <a:cs typeface="+mn-cs"/>
              </a:rPr>
              <a:t>】</a:t>
            </a:r>
          </a:p>
          <a:p>
            <a:pPr marL="171450" marR="0" indent="-171450" defTabSz="990564" rtl="0" eaLnBrk="1" fontAlgn="auto" latinLnBrk="0" hangingPunct="1">
              <a:lnSpc>
                <a:spcPct val="100000"/>
              </a:lnSpc>
              <a:spcBef>
                <a:spcPts val="0"/>
              </a:spcBef>
              <a:spcAft>
                <a:spcPts val="0"/>
              </a:spcAft>
              <a:buClrTx/>
              <a:buSzPct val="100000"/>
              <a:buFont typeface="Wingdings" panose="05000000000000000000" pitchFamily="2" charset="2"/>
              <a:buChar char="ü"/>
              <a:tabLst/>
            </a:pPr>
            <a:r>
              <a:rPr kumimoji="1" lang="ja-JP" altLang="en-US" sz="1200" dirty="0">
                <a:solidFill>
                  <a:prstClr val="black"/>
                </a:solidFill>
                <a:latin typeface="+mn-lt"/>
                <a:cs typeface="+mn-cs"/>
              </a:rPr>
              <a:t>グラフ名称が「</a:t>
            </a:r>
            <a:r>
              <a:rPr kumimoji="1" lang="en-US" altLang="ja-JP" sz="1200" dirty="0">
                <a:solidFill>
                  <a:prstClr val="black"/>
                </a:solidFill>
                <a:latin typeface="+mn-lt"/>
                <a:cs typeface="+mn-cs"/>
              </a:rPr>
              <a:t>A</a:t>
            </a:r>
            <a:r>
              <a:rPr kumimoji="1" lang="ja-JP" altLang="en-US" sz="1200" dirty="0">
                <a:solidFill>
                  <a:prstClr val="black"/>
                </a:solidFill>
                <a:latin typeface="+mn-lt"/>
                <a:cs typeface="+mn-cs"/>
              </a:rPr>
              <a:t>社の売上高と利益率の推移」となっていること</a:t>
            </a:r>
            <a:endParaRPr kumimoji="1" lang="en-US" altLang="ja-JP" sz="1200" i="0" u="none" strike="noStrike" kern="1200" cap="none" spc="0" normalizeH="0" baseline="0" noProof="0" dirty="0">
              <a:ln>
                <a:noFill/>
              </a:ln>
              <a:solidFill>
                <a:prstClr val="black"/>
              </a:solidFill>
              <a:effectLst/>
              <a:uLnTx/>
              <a:uFillTx/>
              <a:latin typeface="+mn-lt"/>
              <a:ea typeface="+mn-ea"/>
              <a:cs typeface="+mn-cs"/>
            </a:endParaRPr>
          </a:p>
          <a:p>
            <a:pPr marL="171450" marR="0" indent="-171450" defTabSz="990564" rtl="0" eaLnBrk="1" fontAlgn="auto" latinLnBrk="0" hangingPunct="1">
              <a:lnSpc>
                <a:spcPct val="100000"/>
              </a:lnSpc>
              <a:spcBef>
                <a:spcPts val="0"/>
              </a:spcBef>
              <a:spcAft>
                <a:spcPts val="0"/>
              </a:spcAft>
              <a:buClrTx/>
              <a:buSzPct val="100000"/>
              <a:buFont typeface="Wingdings" panose="05000000000000000000" pitchFamily="2" charset="2"/>
              <a:buChar char="ü"/>
              <a:tabLst/>
            </a:pPr>
            <a:r>
              <a:rPr kumimoji="1" lang="ja-JP" altLang="en-US" sz="1200" i="0" u="none" strike="noStrike" kern="1200" cap="none" spc="0" normalizeH="0" baseline="0" noProof="0" dirty="0">
                <a:ln>
                  <a:noFill/>
                </a:ln>
                <a:solidFill>
                  <a:prstClr val="black"/>
                </a:solidFill>
                <a:effectLst/>
                <a:uLnTx/>
                <a:uFillTx/>
                <a:latin typeface="+mn-lt"/>
                <a:ea typeface="+mn-ea"/>
                <a:cs typeface="+mn-cs"/>
              </a:rPr>
              <a:t>縦軸は二軸となっており</a:t>
            </a:r>
            <a:r>
              <a:rPr kumimoji="1" lang="ja-JP" altLang="en-US" sz="1200" dirty="0">
                <a:solidFill>
                  <a:prstClr val="black"/>
                </a:solidFill>
                <a:latin typeface="+mn-lt"/>
                <a:cs typeface="+mn-cs"/>
              </a:rPr>
              <a:t>、それぞれ、「売上高（億円）」</a:t>
            </a:r>
            <a:br>
              <a:rPr kumimoji="1" lang="en-US" altLang="ja-JP" sz="1200" dirty="0">
                <a:solidFill>
                  <a:prstClr val="black"/>
                </a:solidFill>
                <a:latin typeface="+mn-lt"/>
                <a:cs typeface="+mn-cs"/>
              </a:rPr>
            </a:br>
            <a:r>
              <a:rPr kumimoji="1" lang="ja-JP" altLang="en-US" sz="1200" dirty="0">
                <a:solidFill>
                  <a:prstClr val="black"/>
                </a:solidFill>
                <a:latin typeface="+mn-lt"/>
                <a:cs typeface="+mn-cs"/>
              </a:rPr>
              <a:t>「利益率（</a:t>
            </a:r>
            <a:r>
              <a:rPr kumimoji="1" lang="en-US" altLang="ja-JP" sz="1200" dirty="0">
                <a:solidFill>
                  <a:prstClr val="black"/>
                </a:solidFill>
                <a:latin typeface="+mn-lt"/>
                <a:cs typeface="+mn-cs"/>
              </a:rPr>
              <a:t>%</a:t>
            </a:r>
            <a:r>
              <a:rPr kumimoji="1" lang="ja-JP" altLang="en-US" sz="1200" dirty="0">
                <a:solidFill>
                  <a:prstClr val="black"/>
                </a:solidFill>
                <a:latin typeface="+mn-lt"/>
                <a:cs typeface="+mn-cs"/>
              </a:rPr>
              <a:t>）」となっていること</a:t>
            </a:r>
            <a:endParaRPr kumimoji="1" lang="en-US" altLang="ja-JP" sz="1200" dirty="0">
              <a:solidFill>
                <a:prstClr val="black"/>
              </a:solidFill>
              <a:latin typeface="+mn-lt"/>
              <a:cs typeface="+mn-cs"/>
            </a:endParaRPr>
          </a:p>
          <a:p>
            <a:pPr marL="171450" marR="0" indent="-171450" defTabSz="990564" rtl="0" eaLnBrk="1" fontAlgn="auto" latinLnBrk="0" hangingPunct="1">
              <a:lnSpc>
                <a:spcPct val="100000"/>
              </a:lnSpc>
              <a:spcBef>
                <a:spcPts val="0"/>
              </a:spcBef>
              <a:spcAft>
                <a:spcPts val="0"/>
              </a:spcAft>
              <a:buClrTx/>
              <a:buSzPct val="100000"/>
              <a:buFont typeface="Wingdings" panose="05000000000000000000" pitchFamily="2" charset="2"/>
              <a:buChar char="ü"/>
              <a:tabLst/>
            </a:pPr>
            <a:r>
              <a:rPr kumimoji="1" lang="ja-JP" altLang="en-US" sz="1200" i="0" u="none" strike="noStrike" kern="1200" cap="none" spc="0" normalizeH="0" baseline="0" noProof="0" dirty="0">
                <a:ln>
                  <a:noFill/>
                </a:ln>
                <a:solidFill>
                  <a:prstClr val="black"/>
                </a:solidFill>
                <a:effectLst/>
                <a:uLnTx/>
                <a:uFillTx/>
                <a:latin typeface="+mn-lt"/>
                <a:ea typeface="+mn-ea"/>
                <a:cs typeface="+mn-cs"/>
              </a:rPr>
              <a:t>横軸が「年」になっていること</a:t>
            </a:r>
            <a:endParaRPr kumimoji="1" lang="en-US" altLang="ja-JP" sz="1200" i="0" u="none" strike="noStrike" kern="1200" cap="none" spc="0" normalizeH="0" baseline="0" noProof="0" dirty="0">
              <a:ln>
                <a:noFill/>
              </a:ln>
              <a:solidFill>
                <a:prstClr val="black"/>
              </a:solidFill>
              <a:effectLst/>
              <a:uLnTx/>
              <a:uFillTx/>
              <a:latin typeface="+mn-lt"/>
              <a:ea typeface="+mn-ea"/>
              <a:cs typeface="+mn-cs"/>
            </a:endParaRPr>
          </a:p>
          <a:p>
            <a:pPr marL="171450" marR="0" indent="-171450" defTabSz="990564" rtl="0" eaLnBrk="1" fontAlgn="auto" latinLnBrk="0" hangingPunct="1">
              <a:lnSpc>
                <a:spcPct val="100000"/>
              </a:lnSpc>
              <a:spcBef>
                <a:spcPts val="0"/>
              </a:spcBef>
              <a:spcAft>
                <a:spcPts val="0"/>
              </a:spcAft>
              <a:buClrTx/>
              <a:buSzPct val="100000"/>
              <a:buFont typeface="Wingdings" panose="05000000000000000000" pitchFamily="2" charset="2"/>
              <a:buChar char="ü"/>
              <a:tabLst/>
            </a:pPr>
            <a:r>
              <a:rPr kumimoji="1" lang="ja-JP" altLang="en-US" sz="1200" dirty="0">
                <a:solidFill>
                  <a:prstClr val="black"/>
                </a:solidFill>
                <a:latin typeface="+mn-lt"/>
                <a:cs typeface="+mn-cs"/>
              </a:rPr>
              <a:t>次スライドにデータの中身あり</a:t>
            </a:r>
            <a:endParaRPr kumimoji="1" lang="en-US" altLang="ja-JP" sz="1200" i="0" u="none" strike="noStrike" kern="1200" cap="none" spc="0" normalizeH="0" baseline="0" noProof="0" dirty="0">
              <a:ln>
                <a:noFill/>
              </a:ln>
              <a:solidFill>
                <a:prstClr val="black"/>
              </a:solidFill>
              <a:effectLst/>
              <a:uLnTx/>
              <a:uFillTx/>
              <a:latin typeface="+mn-lt"/>
              <a:ea typeface="+mn-ea"/>
              <a:cs typeface="+mn-cs"/>
            </a:endParaRPr>
          </a:p>
        </p:txBody>
      </p:sp>
      <p:pic>
        <p:nvPicPr>
          <p:cNvPr id="4" name="図 3">
            <a:extLst>
              <a:ext uri="{FF2B5EF4-FFF2-40B4-BE49-F238E27FC236}">
                <a16:creationId xmlns:a16="http://schemas.microsoft.com/office/drawing/2014/main" id="{489896D8-5E64-4523-AE65-8E8B869EDD74}"/>
              </a:ext>
            </a:extLst>
          </p:cNvPr>
          <p:cNvPicPr>
            <a:picLocks noChangeAspect="1"/>
          </p:cNvPicPr>
          <p:nvPr/>
        </p:nvPicPr>
        <p:blipFill>
          <a:blip r:embed="rId7"/>
          <a:stretch>
            <a:fillRect/>
          </a:stretch>
        </p:blipFill>
        <p:spPr>
          <a:xfrm>
            <a:off x="417600" y="1483200"/>
            <a:ext cx="4365114" cy="4840644"/>
          </a:xfrm>
          <a:prstGeom prst="rect">
            <a:avLst/>
          </a:prstGeom>
        </p:spPr>
      </p:pic>
      <p:graphicFrame>
        <p:nvGraphicFramePr>
          <p:cNvPr id="13" name="グラフ 12">
            <a:extLst>
              <a:ext uri="{FF2B5EF4-FFF2-40B4-BE49-F238E27FC236}">
                <a16:creationId xmlns:a16="http://schemas.microsoft.com/office/drawing/2014/main" id="{9A656017-4E60-E137-5CBB-A94628727561}"/>
              </a:ext>
            </a:extLst>
          </p:cNvPr>
          <p:cNvGraphicFramePr/>
          <p:nvPr>
            <p:extLst>
              <p:ext uri="{D42A27DB-BD31-4B8C-83A1-F6EECF244321}">
                <p14:modId xmlns:p14="http://schemas.microsoft.com/office/powerpoint/2010/main" val="2689589136"/>
              </p:ext>
            </p:extLst>
          </p:nvPr>
        </p:nvGraphicFramePr>
        <p:xfrm>
          <a:off x="5273040" y="1981200"/>
          <a:ext cx="3830320" cy="374904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3127720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オブジェクト 10" hidden="1">
            <a:extLst>
              <a:ext uri="{FF2B5EF4-FFF2-40B4-BE49-F238E27FC236}">
                <a16:creationId xmlns:a16="http://schemas.microsoft.com/office/drawing/2014/main" id="{EA3D9714-9649-4664-8315-1F4B2753DF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443" imgH="443" progId="TCLayout.ActiveDocument.1">
                  <p:embed/>
                </p:oleObj>
              </mc:Choice>
              <mc:Fallback>
                <p:oleObj name="think-cell スライド" r:id="rId3" imgW="443" imgH="443" progId="TCLayout.ActiveDocument.1">
                  <p:embed/>
                  <p:pic>
                    <p:nvPicPr>
                      <p:cNvPr id="11" name="オブジェクト 10" hidden="1">
                        <a:extLst>
                          <a:ext uri="{FF2B5EF4-FFF2-40B4-BE49-F238E27FC236}">
                            <a16:creationId xmlns:a16="http://schemas.microsoft.com/office/drawing/2014/main" id="{EA3D9714-9649-4664-8315-1F4B2753DF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フッター プレースホルダー 4">
            <a:extLst>
              <a:ext uri="{FF2B5EF4-FFF2-40B4-BE49-F238E27FC236}">
                <a16:creationId xmlns:a16="http://schemas.microsoft.com/office/drawing/2014/main" id="{8AC40692-D063-4FDD-829E-EDE0FC2FB97B}"/>
              </a:ext>
            </a:extLst>
          </p:cNvPr>
          <p:cNvSpPr>
            <a:spLocks noGrp="1"/>
          </p:cNvSpPr>
          <p:nvPr>
            <p:ph type="ftr" sz="quarter" idx="10"/>
          </p:nvPr>
        </p:nvSpPr>
        <p:spPr/>
        <p:txBody>
          <a:bodyPr/>
          <a:lstStyle/>
          <a:p>
            <a:r>
              <a:rPr lang="en-US" altLang="ja-JP"/>
              <a:t>PPT</a:t>
            </a:r>
            <a:r>
              <a:rPr lang="ja-JP" altLang="en-US"/>
              <a:t>チェックテスト</a:t>
            </a:r>
            <a:endParaRPr lang="en-GB" altLang="en-GB" dirty="0"/>
          </a:p>
        </p:txBody>
      </p:sp>
      <p:sp>
        <p:nvSpPr>
          <p:cNvPr id="4" name="スライド番号プレースホルダー 3">
            <a:extLst>
              <a:ext uri="{FF2B5EF4-FFF2-40B4-BE49-F238E27FC236}">
                <a16:creationId xmlns:a16="http://schemas.microsoft.com/office/drawing/2014/main" id="{AF82AD61-7737-4A98-A1B7-54F6F0C95128}"/>
              </a:ext>
            </a:extLst>
          </p:cNvPr>
          <p:cNvSpPr>
            <a:spLocks noGrp="1"/>
          </p:cNvSpPr>
          <p:nvPr>
            <p:ph type="sldNum" sz="quarter" idx="11"/>
          </p:nvPr>
        </p:nvSpPr>
        <p:spPr/>
        <p:txBody>
          <a:bodyPr/>
          <a:lstStyle/>
          <a:p>
            <a:fld id="{A3EB1B23-9AF8-425B-BAD7-B9FA00F18833}" type="slidenum">
              <a:rPr lang="ja-JP" altLang="en-US" smtClean="0"/>
              <a:pPr/>
              <a:t>29</a:t>
            </a:fld>
            <a:endParaRPr lang="ja-JP" altLang="en-US" dirty="0"/>
          </a:p>
        </p:txBody>
      </p:sp>
      <p:sp>
        <p:nvSpPr>
          <p:cNvPr id="10" name="テキスト プレースホルダー 9">
            <a:extLst>
              <a:ext uri="{FF2B5EF4-FFF2-40B4-BE49-F238E27FC236}">
                <a16:creationId xmlns:a16="http://schemas.microsoft.com/office/drawing/2014/main" id="{B15B2594-EDB9-4097-8D63-55FDF04893DE}"/>
              </a:ext>
            </a:extLst>
          </p:cNvPr>
          <p:cNvSpPr>
            <a:spLocks noGrp="1"/>
          </p:cNvSpPr>
          <p:nvPr>
            <p:ph type="body" sz="quarter" idx="15"/>
          </p:nvPr>
        </p:nvSpPr>
        <p:spPr/>
        <p:txBody>
          <a:bodyPr/>
          <a:lstStyle/>
          <a:p>
            <a:endParaRPr kumimoji="1" lang="ja-JP" altLang="en-US"/>
          </a:p>
        </p:txBody>
      </p:sp>
      <p:sp>
        <p:nvSpPr>
          <p:cNvPr id="9" name="タイトル 8">
            <a:extLst>
              <a:ext uri="{FF2B5EF4-FFF2-40B4-BE49-F238E27FC236}">
                <a16:creationId xmlns:a16="http://schemas.microsoft.com/office/drawing/2014/main" id="{A3932779-AEF6-407F-ACD7-54B83000D6EA}"/>
              </a:ext>
            </a:extLst>
          </p:cNvPr>
          <p:cNvSpPr>
            <a:spLocks noGrp="1"/>
          </p:cNvSpPr>
          <p:nvPr>
            <p:ph type="title"/>
          </p:nvPr>
        </p:nvSpPr>
        <p:spPr/>
        <p:txBody>
          <a:bodyPr vert="horz"/>
          <a:lstStyle/>
          <a:p>
            <a:r>
              <a:rPr lang="ja-JP" altLang="en-US" dirty="0"/>
              <a:t>（補足）設問</a:t>
            </a:r>
            <a:r>
              <a:rPr lang="en-US" altLang="ja-JP" dirty="0"/>
              <a:t>25</a:t>
            </a:r>
            <a:r>
              <a:rPr lang="ja-JP" altLang="en-US" dirty="0"/>
              <a:t>のデータ中身</a:t>
            </a:r>
            <a:endParaRPr kumimoji="1" lang="ja-JP" altLang="en-US" dirty="0"/>
          </a:p>
        </p:txBody>
      </p:sp>
      <p:graphicFrame>
        <p:nvGraphicFramePr>
          <p:cNvPr id="12" name="コンテンツ プレースホルダー 9">
            <a:extLst>
              <a:ext uri="{FF2B5EF4-FFF2-40B4-BE49-F238E27FC236}">
                <a16:creationId xmlns:a16="http://schemas.microsoft.com/office/drawing/2014/main" id="{CEF9612D-D3EC-4A4C-8E33-21264080C913}"/>
              </a:ext>
            </a:extLst>
          </p:cNvPr>
          <p:cNvGraphicFramePr>
            <a:graphicFrameLocks/>
          </p:cNvGraphicFramePr>
          <p:nvPr/>
        </p:nvGraphicFramePr>
        <p:xfrm>
          <a:off x="1824111" y="2246062"/>
          <a:ext cx="2057400" cy="1190625"/>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25499039"/>
                    </a:ext>
                  </a:extLst>
                </a:gridCol>
                <a:gridCol w="685800">
                  <a:extLst>
                    <a:ext uri="{9D8B030D-6E8A-4147-A177-3AD203B41FA5}">
                      <a16:colId xmlns:a16="http://schemas.microsoft.com/office/drawing/2014/main" val="851099052"/>
                    </a:ext>
                  </a:extLst>
                </a:gridCol>
                <a:gridCol w="685800">
                  <a:extLst>
                    <a:ext uri="{9D8B030D-6E8A-4147-A177-3AD203B41FA5}">
                      <a16:colId xmlns:a16="http://schemas.microsoft.com/office/drawing/2014/main" val="4231037443"/>
                    </a:ext>
                  </a:extLst>
                </a:gridCol>
              </a:tblGrid>
              <a:tr h="238125">
                <a:tc>
                  <a:txBody>
                    <a:bodyPr/>
                    <a:lstStyle/>
                    <a:p>
                      <a:pPr algn="l" fontAlgn="ctr"/>
                      <a:r>
                        <a:rPr lang="ja-JP" altLang="en-US" sz="1100" u="none" strike="noStrike" dirty="0">
                          <a:effectLst/>
                          <a:latin typeface="+mn-lt"/>
                        </a:rPr>
                        <a:t> </a:t>
                      </a:r>
                      <a:endParaRPr lang="ja-JP" altLang="en-US"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F4D9A8"/>
                    </a:solidFill>
                  </a:tcPr>
                </a:tc>
                <a:tc>
                  <a:txBody>
                    <a:bodyPr/>
                    <a:lstStyle/>
                    <a:p>
                      <a:pPr algn="l" fontAlgn="ctr"/>
                      <a:r>
                        <a:rPr lang="ja-JP" altLang="en-US" sz="1100" u="none" strike="noStrike" dirty="0">
                          <a:effectLst/>
                          <a:latin typeface="+mn-lt"/>
                        </a:rPr>
                        <a:t>売上高</a:t>
                      </a:r>
                      <a:endParaRPr lang="ja-JP" altLang="en-US"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F4D9A8"/>
                    </a:solidFill>
                  </a:tcPr>
                </a:tc>
                <a:tc>
                  <a:txBody>
                    <a:bodyPr/>
                    <a:lstStyle/>
                    <a:p>
                      <a:pPr algn="l" fontAlgn="ctr"/>
                      <a:r>
                        <a:rPr lang="ja-JP" altLang="en-US" sz="1100" u="none" strike="noStrike">
                          <a:effectLst/>
                          <a:latin typeface="+mn-lt"/>
                        </a:rPr>
                        <a:t>利益率</a:t>
                      </a:r>
                      <a:endParaRPr lang="ja-JP" altLang="en-US" sz="1100" b="0" i="0" u="none" strike="noStrike">
                        <a:solidFill>
                          <a:srgbClr val="000000"/>
                        </a:solidFill>
                        <a:effectLst/>
                        <a:latin typeface="+mn-lt"/>
                        <a:ea typeface="游ゴシック" panose="020B0400000000000000" pitchFamily="50" charset="-128"/>
                      </a:endParaRPr>
                    </a:p>
                  </a:txBody>
                  <a:tcPr marL="9525" marR="9525" marT="9525" marB="0" anchor="ctr">
                    <a:solidFill>
                      <a:srgbClr val="F4D9A8"/>
                    </a:solidFill>
                  </a:tcPr>
                </a:tc>
                <a:extLst>
                  <a:ext uri="{0D108BD9-81ED-4DB2-BD59-A6C34878D82A}">
                    <a16:rowId xmlns:a16="http://schemas.microsoft.com/office/drawing/2014/main" val="2080698969"/>
                  </a:ext>
                </a:extLst>
              </a:tr>
              <a:tr h="238125">
                <a:tc>
                  <a:txBody>
                    <a:bodyPr/>
                    <a:lstStyle/>
                    <a:p>
                      <a:pPr algn="r" fontAlgn="ctr"/>
                      <a:r>
                        <a:rPr lang="en-US" altLang="ja-JP" sz="1100" u="none" strike="noStrike" dirty="0">
                          <a:effectLst/>
                          <a:latin typeface="+mn-lt"/>
                        </a:rPr>
                        <a:t>2015</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F4D9A8"/>
                    </a:solidFill>
                  </a:tcPr>
                </a:tc>
                <a:tc>
                  <a:txBody>
                    <a:bodyPr/>
                    <a:lstStyle/>
                    <a:p>
                      <a:pPr algn="r" fontAlgn="ctr"/>
                      <a:r>
                        <a:rPr lang="en-US" altLang="ja-JP" sz="1100" u="none" strike="noStrike" dirty="0">
                          <a:effectLst/>
                          <a:latin typeface="+mn-lt"/>
                        </a:rPr>
                        <a:t>8</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F4D9A8"/>
                    </a:solidFill>
                  </a:tcPr>
                </a:tc>
                <a:tc>
                  <a:txBody>
                    <a:bodyPr/>
                    <a:lstStyle/>
                    <a:p>
                      <a:pPr algn="r" fontAlgn="ctr"/>
                      <a:r>
                        <a:rPr lang="en-US" altLang="ja-JP" sz="1100" u="none" strike="noStrike" dirty="0">
                          <a:effectLst/>
                          <a:latin typeface="+mn-lt"/>
                        </a:rPr>
                        <a:t>2</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F4D9A8"/>
                    </a:solidFill>
                  </a:tcPr>
                </a:tc>
                <a:extLst>
                  <a:ext uri="{0D108BD9-81ED-4DB2-BD59-A6C34878D82A}">
                    <a16:rowId xmlns:a16="http://schemas.microsoft.com/office/drawing/2014/main" val="2216616050"/>
                  </a:ext>
                </a:extLst>
              </a:tr>
              <a:tr h="238125">
                <a:tc>
                  <a:txBody>
                    <a:bodyPr/>
                    <a:lstStyle/>
                    <a:p>
                      <a:pPr algn="r" fontAlgn="ctr"/>
                      <a:r>
                        <a:rPr lang="en-US" altLang="ja-JP" sz="1100" u="none" strike="noStrike">
                          <a:effectLst/>
                          <a:latin typeface="+mn-lt"/>
                        </a:rPr>
                        <a:t>2016</a:t>
                      </a:r>
                      <a:endParaRPr lang="en-US" altLang="ja-JP" sz="1100" b="0" i="0" u="none" strike="noStrike">
                        <a:solidFill>
                          <a:srgbClr val="000000"/>
                        </a:solidFill>
                        <a:effectLst/>
                        <a:latin typeface="+mn-lt"/>
                        <a:ea typeface="游ゴシック" panose="020B0400000000000000" pitchFamily="50" charset="-128"/>
                      </a:endParaRPr>
                    </a:p>
                  </a:txBody>
                  <a:tcPr marL="9525" marR="9525" marT="9525" marB="0" anchor="ctr">
                    <a:solidFill>
                      <a:srgbClr val="F4D9A8"/>
                    </a:solidFill>
                  </a:tcPr>
                </a:tc>
                <a:tc>
                  <a:txBody>
                    <a:bodyPr/>
                    <a:lstStyle/>
                    <a:p>
                      <a:pPr algn="r" fontAlgn="ctr"/>
                      <a:r>
                        <a:rPr lang="en-US" altLang="ja-JP" sz="1100" u="none" strike="noStrike" dirty="0">
                          <a:effectLst/>
                          <a:latin typeface="+mn-lt"/>
                        </a:rPr>
                        <a:t>9</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F4D9A8"/>
                    </a:solidFill>
                  </a:tcPr>
                </a:tc>
                <a:tc>
                  <a:txBody>
                    <a:bodyPr/>
                    <a:lstStyle/>
                    <a:p>
                      <a:pPr algn="r" fontAlgn="ctr"/>
                      <a:r>
                        <a:rPr lang="en-US" altLang="ja-JP" sz="1100" u="none" strike="noStrike" dirty="0">
                          <a:effectLst/>
                          <a:latin typeface="+mn-lt"/>
                        </a:rPr>
                        <a:t>2</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F4D9A8"/>
                    </a:solidFill>
                  </a:tcPr>
                </a:tc>
                <a:extLst>
                  <a:ext uri="{0D108BD9-81ED-4DB2-BD59-A6C34878D82A}">
                    <a16:rowId xmlns:a16="http://schemas.microsoft.com/office/drawing/2014/main" val="3264923909"/>
                  </a:ext>
                </a:extLst>
              </a:tr>
              <a:tr h="238125">
                <a:tc>
                  <a:txBody>
                    <a:bodyPr/>
                    <a:lstStyle/>
                    <a:p>
                      <a:pPr algn="r" fontAlgn="ctr"/>
                      <a:r>
                        <a:rPr lang="en-US" altLang="ja-JP" sz="1100" u="none" strike="noStrike">
                          <a:effectLst/>
                          <a:latin typeface="+mn-lt"/>
                        </a:rPr>
                        <a:t>2017</a:t>
                      </a:r>
                      <a:endParaRPr lang="en-US" altLang="ja-JP" sz="1100" b="0" i="0" u="none" strike="noStrike">
                        <a:solidFill>
                          <a:srgbClr val="000000"/>
                        </a:solidFill>
                        <a:effectLst/>
                        <a:latin typeface="+mn-lt"/>
                        <a:ea typeface="游ゴシック" panose="020B0400000000000000" pitchFamily="50" charset="-128"/>
                      </a:endParaRPr>
                    </a:p>
                  </a:txBody>
                  <a:tcPr marL="9525" marR="9525" marT="9525" marB="0" anchor="ctr">
                    <a:solidFill>
                      <a:srgbClr val="F4D9A8"/>
                    </a:solidFill>
                  </a:tcPr>
                </a:tc>
                <a:tc>
                  <a:txBody>
                    <a:bodyPr/>
                    <a:lstStyle/>
                    <a:p>
                      <a:pPr algn="r" fontAlgn="ctr"/>
                      <a:r>
                        <a:rPr lang="en-US" altLang="ja-JP" sz="1100" u="none" strike="noStrike" dirty="0">
                          <a:effectLst/>
                          <a:latin typeface="+mn-lt"/>
                        </a:rPr>
                        <a:t>7</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F4D9A8"/>
                    </a:solidFill>
                  </a:tcPr>
                </a:tc>
                <a:tc>
                  <a:txBody>
                    <a:bodyPr/>
                    <a:lstStyle/>
                    <a:p>
                      <a:pPr algn="r" fontAlgn="ctr"/>
                      <a:r>
                        <a:rPr lang="en-US" altLang="ja-JP" sz="1100" u="none" strike="noStrike" dirty="0">
                          <a:effectLst/>
                          <a:latin typeface="+mn-lt"/>
                        </a:rPr>
                        <a:t>3</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F4D9A8"/>
                    </a:solidFill>
                  </a:tcPr>
                </a:tc>
                <a:extLst>
                  <a:ext uri="{0D108BD9-81ED-4DB2-BD59-A6C34878D82A}">
                    <a16:rowId xmlns:a16="http://schemas.microsoft.com/office/drawing/2014/main" val="3614729774"/>
                  </a:ext>
                </a:extLst>
              </a:tr>
              <a:tr h="238125">
                <a:tc>
                  <a:txBody>
                    <a:bodyPr/>
                    <a:lstStyle/>
                    <a:p>
                      <a:pPr algn="r" fontAlgn="ctr"/>
                      <a:r>
                        <a:rPr lang="en-US" altLang="ja-JP" sz="1100" u="none" strike="noStrike">
                          <a:effectLst/>
                          <a:latin typeface="+mn-lt"/>
                        </a:rPr>
                        <a:t>2018</a:t>
                      </a:r>
                      <a:endParaRPr lang="en-US" altLang="ja-JP" sz="1100" b="0" i="0" u="none" strike="noStrike">
                        <a:solidFill>
                          <a:srgbClr val="000000"/>
                        </a:solidFill>
                        <a:effectLst/>
                        <a:latin typeface="+mn-lt"/>
                        <a:ea typeface="游ゴシック" panose="020B0400000000000000" pitchFamily="50" charset="-128"/>
                      </a:endParaRPr>
                    </a:p>
                  </a:txBody>
                  <a:tcPr marL="9525" marR="9525" marT="9525" marB="0" anchor="ctr">
                    <a:solidFill>
                      <a:srgbClr val="F4D9A8"/>
                    </a:solidFill>
                  </a:tcPr>
                </a:tc>
                <a:tc>
                  <a:txBody>
                    <a:bodyPr/>
                    <a:lstStyle/>
                    <a:p>
                      <a:pPr algn="r" fontAlgn="ctr"/>
                      <a:r>
                        <a:rPr lang="en-US" altLang="ja-JP" sz="1100" u="none" strike="noStrike">
                          <a:effectLst/>
                          <a:latin typeface="+mn-lt"/>
                        </a:rPr>
                        <a:t>8</a:t>
                      </a:r>
                      <a:endParaRPr lang="en-US" altLang="ja-JP" sz="1100" b="0" i="0" u="none" strike="noStrike">
                        <a:solidFill>
                          <a:srgbClr val="000000"/>
                        </a:solidFill>
                        <a:effectLst/>
                        <a:latin typeface="+mn-lt"/>
                        <a:ea typeface="游ゴシック" panose="020B0400000000000000" pitchFamily="50" charset="-128"/>
                      </a:endParaRPr>
                    </a:p>
                  </a:txBody>
                  <a:tcPr marL="9525" marR="9525" marT="9525" marB="0" anchor="ctr">
                    <a:solidFill>
                      <a:srgbClr val="F4D9A8"/>
                    </a:solidFill>
                  </a:tcPr>
                </a:tc>
                <a:tc>
                  <a:txBody>
                    <a:bodyPr/>
                    <a:lstStyle/>
                    <a:p>
                      <a:pPr algn="r" fontAlgn="ctr"/>
                      <a:r>
                        <a:rPr lang="en-US" altLang="ja-JP" sz="1100" u="none" strike="noStrike" dirty="0">
                          <a:effectLst/>
                          <a:latin typeface="+mn-lt"/>
                        </a:rPr>
                        <a:t>5</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F4D9A8"/>
                    </a:solidFill>
                  </a:tcPr>
                </a:tc>
                <a:extLst>
                  <a:ext uri="{0D108BD9-81ED-4DB2-BD59-A6C34878D82A}">
                    <a16:rowId xmlns:a16="http://schemas.microsoft.com/office/drawing/2014/main" val="3655690959"/>
                  </a:ext>
                </a:extLst>
              </a:tr>
            </a:tbl>
          </a:graphicData>
        </a:graphic>
      </p:graphicFrame>
    </p:spTree>
    <p:extLst>
      <p:ext uri="{BB962C8B-B14F-4D97-AF65-F5344CB8AC3E}">
        <p14:creationId xmlns:p14="http://schemas.microsoft.com/office/powerpoint/2010/main" val="2173969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extLst>
              <p:ext uri="{D42A27DB-BD31-4B8C-83A1-F6EECF244321}">
                <p14:modId xmlns:p14="http://schemas.microsoft.com/office/powerpoint/2010/main" val="22289812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563" imgH="564" progId="TCLayout.ActiveDocument.1">
                  <p:embed/>
                </p:oleObj>
              </mc:Choice>
              <mc:Fallback>
                <p:oleObj name="think-cell スライド" r:id="rId4" imgW="563" imgH="564" progId="TCLayout.ActiveDocument.1">
                  <p:embed/>
                  <p:pic>
                    <p:nvPicPr>
                      <p:cNvPr id="2" name="オブジェクト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テキスト プレースホルダー 8">
            <a:extLst>
              <a:ext uri="{FF2B5EF4-FFF2-40B4-BE49-F238E27FC236}">
                <a16:creationId xmlns:a16="http://schemas.microsoft.com/office/drawing/2014/main" id="{880BB89F-6DF9-42CC-A544-F13362049B79}"/>
              </a:ext>
            </a:extLst>
          </p:cNvPr>
          <p:cNvSpPr>
            <a:spLocks noGrp="1"/>
          </p:cNvSpPr>
          <p:nvPr>
            <p:ph type="body" sz="quarter" idx="10"/>
          </p:nvPr>
        </p:nvSpPr>
        <p:spPr bwMode="gray">
          <a:xfrm>
            <a:off x="417600" y="3125891"/>
            <a:ext cx="7020000" cy="3337965"/>
          </a:xfrm>
        </p:spPr>
        <p:txBody>
          <a:bodyPr/>
          <a:lstStyle/>
          <a:p>
            <a:pPr lvl="0"/>
            <a:r>
              <a:rPr lang="ja-JP" altLang="en-US" dirty="0"/>
              <a:t>デロイト トーマツ グループは、日本におけるデロイト アジア パシフィック リミテッドおよびデロイトネットワークのメンバーであるデロイト トーマツ合同会社ならびにそのグループ法人（有限責任監査法人トーマツ、デロイト トーマツ コンサルティング合同会社、デロイト トーマツ ファイナンシャルアドバイザリー合同会社、デロイト トーマツ税理士法人、</a:t>
            </a:r>
            <a:r>
              <a:rPr lang="en-US" altLang="ja-JP" dirty="0"/>
              <a:t>DT</a:t>
            </a:r>
            <a:r>
              <a:rPr lang="ja-JP" altLang="en-US" dirty="0"/>
              <a:t>弁護士法人およびデロイト トーマツ コーポレート ソリューション合同会社を含む）の総称です。デロイト トーマツ グループは、日本で最大級のプロフェッショナルグループのひとつであり、各法人がそれぞれの適用法令に従い、監査・保証業務、リスクアドバイザリー、コンサルティング、ファイナンシャルアドバイザリー、税務、法務等を提供しています。また、国内約</a:t>
            </a:r>
            <a:r>
              <a:rPr lang="en-US" altLang="ja-JP" dirty="0"/>
              <a:t>30</a:t>
            </a:r>
            <a:r>
              <a:rPr lang="ja-JP" altLang="en-US" dirty="0"/>
              <a:t>都市以上に</a:t>
            </a:r>
            <a:r>
              <a:rPr lang="en-US" altLang="ja-JP" dirty="0"/>
              <a:t>1</a:t>
            </a:r>
            <a:r>
              <a:rPr lang="ja-JP" altLang="en-US" dirty="0"/>
              <a:t>万</a:t>
            </a:r>
            <a:r>
              <a:rPr lang="en-US" altLang="ja-JP" dirty="0"/>
              <a:t>5</a:t>
            </a:r>
            <a:r>
              <a:rPr lang="ja-JP" altLang="en-US" dirty="0"/>
              <a:t>千名を超える専門家を擁し、多国籍企業や主要な日本企業をクライアントとしています。詳細はデロイト トーマツ グループ</a:t>
            </a:r>
            <a:r>
              <a:rPr lang="en-US" altLang="ja-JP" dirty="0"/>
              <a:t>Web</a:t>
            </a:r>
            <a:r>
              <a:rPr lang="ja-JP" altLang="en-US" dirty="0"/>
              <a:t>サイト（</a:t>
            </a:r>
            <a:r>
              <a:rPr lang="en-US" altLang="ja-JP" dirty="0">
                <a:hlinkClick r:id="rId6"/>
              </a:rPr>
              <a:t> www.deloitte.com/jp </a:t>
            </a:r>
            <a:r>
              <a:rPr lang="ja-JP" altLang="en-US" dirty="0"/>
              <a:t>）をご覧ください。</a:t>
            </a:r>
            <a:endParaRPr lang="en-US" altLang="ja-JP" dirty="0"/>
          </a:p>
          <a:p>
            <a:pPr lvl="0"/>
            <a:r>
              <a:rPr lang="en-US" altLang="ja-JP" dirty="0"/>
              <a:t>Deloitte</a:t>
            </a:r>
            <a:r>
              <a:rPr lang="ja-JP" altLang="en-US" dirty="0"/>
              <a:t>（デロイト）とは、デロイト トウシュ トーマツ リミテッド（“</a:t>
            </a:r>
            <a:r>
              <a:rPr lang="en-US" altLang="ja-JP" dirty="0"/>
              <a:t>DTTL</a:t>
            </a:r>
            <a:r>
              <a:rPr lang="ja-JP" altLang="en-US" dirty="0"/>
              <a:t>”）、そのグローバルネットワーク組織を構成するメンバーファームおよびそれらの関係法人（総称して“デロイトネットワーク”）のひとつまたは複数を指します。</a:t>
            </a:r>
            <a:r>
              <a:rPr lang="en-US" altLang="ja-JP" dirty="0"/>
              <a:t>DTTL</a:t>
            </a:r>
            <a:r>
              <a:rPr lang="ja-JP" altLang="en-US" dirty="0"/>
              <a:t>（または“</a:t>
            </a:r>
            <a:r>
              <a:rPr lang="en-US" altLang="ja-JP" dirty="0"/>
              <a:t>Deloitte Global</a:t>
            </a:r>
            <a:r>
              <a:rPr lang="ja-JP" altLang="en-US" dirty="0"/>
              <a:t>”）ならびに各メンバーファームおよび関係法人はそれぞれ法的に独立した別個の組織体であり、第三者に関して相互に義務を課しまたは拘束させることはありません。</a:t>
            </a:r>
            <a:r>
              <a:rPr lang="en-US" altLang="ja-JP" dirty="0"/>
              <a:t>DTTL</a:t>
            </a:r>
            <a:r>
              <a:rPr lang="ja-JP" altLang="en-US" dirty="0"/>
              <a:t>および</a:t>
            </a:r>
            <a:r>
              <a:rPr lang="en-US" altLang="ja-JP" dirty="0"/>
              <a:t>DTTL</a:t>
            </a:r>
            <a:r>
              <a:rPr lang="ja-JP" altLang="en-US" dirty="0"/>
              <a:t>の各メンバーファームならびに関係法人は、自らの作為および不作為についてのみ責任を負い、互いに他のファームまたは関係法人の作為および不作為について責任を負うものではありません。</a:t>
            </a:r>
            <a:r>
              <a:rPr lang="en-US" altLang="ja-JP" dirty="0"/>
              <a:t>DTTL</a:t>
            </a:r>
            <a:r>
              <a:rPr lang="ja-JP" altLang="en-US" dirty="0"/>
              <a:t>はクライアントへのサービス提供を行いません。詳細は</a:t>
            </a:r>
            <a:r>
              <a:rPr lang="en-US" altLang="ja-JP" dirty="0">
                <a:hlinkClick r:id="rId7"/>
              </a:rPr>
              <a:t> www.deloitte.com/jp/about </a:t>
            </a:r>
            <a:r>
              <a:rPr lang="ja-JP" altLang="en-US" dirty="0"/>
              <a:t>をご覧ください。</a:t>
            </a:r>
            <a:br>
              <a:rPr lang="en-US" altLang="ja-JP" dirty="0"/>
            </a:br>
            <a:r>
              <a:rPr lang="ja-JP" altLang="en-US" dirty="0"/>
              <a:t>デロイト アジア パシフィック リミテッドは</a:t>
            </a:r>
            <a:r>
              <a:rPr lang="en-US" altLang="ja-JP" dirty="0"/>
              <a:t>DTTL</a:t>
            </a:r>
            <a:r>
              <a:rPr lang="ja-JP" altLang="en-US" dirty="0"/>
              <a:t>のメンバーファームであり、保証有限責任会社です。デロイト アジア パシフィック リミテッドのメンバーおよびそれらの関係法人は、それぞれ法的に独立した別個の組織体であり、アジア パシフィックにおける</a:t>
            </a:r>
            <a:r>
              <a:rPr lang="en-US" altLang="ja-JP" dirty="0"/>
              <a:t>100</a:t>
            </a:r>
            <a:r>
              <a:rPr lang="ja-JP" altLang="en-US" dirty="0"/>
              <a:t>を超える都市（オークランド、バンコク、北京、ハノイ、香港、ジャカルタ、クアラルンプール、マニラ、メルボルン、大阪、ソウル、上海、シンガポール、シドニー、台北、東京を含む）にてサービスを提供しています。</a:t>
            </a:r>
            <a:endParaRPr lang="en-US" altLang="ja-JP" dirty="0"/>
          </a:p>
          <a:p>
            <a:pPr lvl="0"/>
            <a:r>
              <a:rPr lang="en-US" altLang="ja-JP" dirty="0"/>
              <a:t>Deloitte</a:t>
            </a:r>
            <a:r>
              <a:rPr lang="ja-JP" altLang="en-US" dirty="0"/>
              <a:t>（デロイト）は、監査・保証業務、コンサルティング、ファイナンシャルアドバイザリー、リスクアドバイザリー、税務、法務などに関連する最先端のサービスを、</a:t>
            </a:r>
            <a:r>
              <a:rPr lang="en-US" altLang="ja-JP" dirty="0"/>
              <a:t>Fortune Global 500®</a:t>
            </a:r>
            <a:r>
              <a:rPr lang="ja-JP" altLang="en-US" dirty="0"/>
              <a:t>の約</a:t>
            </a:r>
            <a:r>
              <a:rPr lang="en-US" altLang="ja-JP" dirty="0"/>
              <a:t>9</a:t>
            </a:r>
            <a:r>
              <a:rPr lang="ja-JP" altLang="en-US" dirty="0"/>
              <a:t>割の企業や多数のプライベート（非公開）企業を含むクライアントに提供しています。デロイトは、資本市場に対する社会的な信頼を高め、クライアントの変革と繁栄を促し、より豊かな経済、公正な社会、持続可能な世界の実現に向けて自ら率先して取り組むことを通じて、計測可能で継続性のある成果をもたらすプロフェッショナルの集団です。デロイトは、創設以来</a:t>
            </a:r>
            <a:r>
              <a:rPr lang="en-US" altLang="ja-JP" dirty="0"/>
              <a:t>175</a:t>
            </a:r>
            <a:r>
              <a:rPr lang="ja-JP" altLang="en-US" dirty="0"/>
              <a:t>年余りの歴史を有し、</a:t>
            </a:r>
            <a:r>
              <a:rPr lang="en-US" altLang="ja-JP" dirty="0"/>
              <a:t>150</a:t>
            </a:r>
            <a:r>
              <a:rPr lang="ja-JP" altLang="en-US" dirty="0"/>
              <a:t>を超える国・地域にわたって活動を展開しています。“</a:t>
            </a:r>
            <a:r>
              <a:rPr lang="en-US" altLang="ja-JP" dirty="0"/>
              <a:t>Making an impact that matters”</a:t>
            </a:r>
            <a:r>
              <a:rPr lang="ja-JP" altLang="en-US" dirty="0"/>
              <a:t>をパーパス（存在理由）として標榜するデロイトの約</a:t>
            </a:r>
            <a:r>
              <a:rPr lang="en-US" altLang="ja-JP" dirty="0"/>
              <a:t>345,000</a:t>
            </a:r>
            <a:r>
              <a:rPr lang="ja-JP" altLang="en-US" dirty="0"/>
              <a:t>名のプロフェッショナルの活動の詳細については、（</a:t>
            </a:r>
            <a:r>
              <a:rPr lang="en-US" altLang="ja-JP" dirty="0">
                <a:hlinkClick r:id="rId8"/>
              </a:rPr>
              <a:t> www.deloitte.com </a:t>
            </a:r>
            <a:r>
              <a:rPr lang="ja-JP" altLang="en-US" dirty="0"/>
              <a:t>）をご覧ください。</a:t>
            </a:r>
            <a:endParaRPr lang="en-US" altLang="ja-JP" dirty="0"/>
          </a:p>
          <a:p>
            <a:pPr lvl="0"/>
            <a:r>
              <a:rPr lang="ja-JP" altLang="en-US" dirty="0"/>
              <a:t>本資料は皆様への情報提供として一般的な情報を掲載するのみであり、デロイト トウシュ トーマツ リミテッド（“</a:t>
            </a:r>
            <a:r>
              <a:rPr lang="en-US" altLang="ja-JP" dirty="0"/>
              <a:t>DTTL”</a:t>
            </a:r>
            <a:r>
              <a:rPr lang="ja-JP" altLang="en-US" dirty="0"/>
              <a:t>）、そのグローバルネットワーク組織を構成するメンバーファームおよびそれらの関係法人（総称して“デロイトネットワーク”）が本資料をもって専門的な助言やサービスを提供するものではありません。皆様の財務または事業に影響を与えるような意思決定または行動をされる前に、適切な専門家にご相談ください。本資料における情報の正確性や完全性に関して、いかなる表明、保証または確約（明示・黙示を問いません）をするものではありません。また</a:t>
            </a:r>
            <a:r>
              <a:rPr lang="en-US" altLang="ja-JP" dirty="0"/>
              <a:t>DTTL</a:t>
            </a:r>
            <a:r>
              <a:rPr lang="ja-JP" altLang="en-US" dirty="0"/>
              <a:t>、そのメンバーファーム、関係法人、社員・職員または代理人のいずれも、本資料に依拠した人に関係して直接または間接に発生したいかなる損失および損害に対して責任を負いません。</a:t>
            </a:r>
            <a:r>
              <a:rPr lang="en-US" altLang="ja-JP" dirty="0"/>
              <a:t>DTTL</a:t>
            </a:r>
            <a:r>
              <a:rPr lang="ja-JP" altLang="en-US" dirty="0"/>
              <a:t>ならびに各メンバーファームおよびそれらの関係法人はそれぞれ法的に独立した別個の組織体です。</a:t>
            </a:r>
          </a:p>
        </p:txBody>
      </p:sp>
    </p:spTree>
    <p:extLst>
      <p:ext uri="{BB962C8B-B14F-4D97-AF65-F5344CB8AC3E}">
        <p14:creationId xmlns:p14="http://schemas.microsoft.com/office/powerpoint/2010/main" val="9471522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KKCRofITdlyfPzzoHE8dw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Yr8BrzUnt.OHXCDHQXali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YVe_VkwSZ3I4BxaPQSEsz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eJLJLTwbN890Ul951fJoM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Bjny_H5QDE73_96FFmmkU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lfIFK2gjDkryImChYNZke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Locore Template A4 Portrait">
  <a:themeElements>
    <a:clrScheme name="Locore">
      <a:dk1>
        <a:sysClr val="windowText" lastClr="000000"/>
      </a:dk1>
      <a:lt1>
        <a:sysClr val="window" lastClr="FFFFFF"/>
      </a:lt1>
      <a:dk2>
        <a:srgbClr val="1B2330"/>
      </a:dk2>
      <a:lt2>
        <a:srgbClr val="E8D9C2"/>
      </a:lt2>
      <a:accent1>
        <a:srgbClr val="B5453A"/>
      </a:accent1>
      <a:accent2>
        <a:srgbClr val="D26954"/>
      </a:accent2>
      <a:accent3>
        <a:srgbClr val="B5453A"/>
      </a:accent3>
      <a:accent4>
        <a:srgbClr val="7A4A33"/>
      </a:accent4>
      <a:accent5>
        <a:srgbClr val="B58563"/>
      </a:accent5>
      <a:accent6>
        <a:srgbClr val="1B2330"/>
      </a:accent6>
      <a:hlink>
        <a:srgbClr val="B5453A"/>
      </a:hlink>
      <a:folHlink>
        <a:srgbClr val="5C6470"/>
      </a:folHlink>
    </a:clrScheme>
    <a:fontScheme name="Locore">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a:solidFill>
            <a:schemeClr val="tx2"/>
          </a:solidFill>
        </a:ln>
      </a:spPr>
      <a:bodyPr lIns="72000" tIns="72000" rIns="72000" bIns="72000" rtlCol="0" anchor="ctr"/>
      <a:lstStyle>
        <a:defPPr algn="ctr">
          <a:defRPr kumimoji="1">
            <a:sym typeface="+mn-lt"/>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5C3A2E"/>
    </a:custClr>
    <a:custClr name="Green 6">
      <a:srgbClr val="7A4A33"/>
    </a:custClr>
    <a:custClr name="Green 5">
      <a:srgbClr val="C45444"/>
    </a:custClr>
    <a:custClr name="Green 4">
      <a:srgbClr val="D26954"/>
    </a:custClr>
    <a:custClr name="Deloitte Green">
      <a:srgbClr val="B5453A"/>
    </a:custClr>
    <a:custClr name="Green 2">
      <a:srgbClr val="E58D3B"/>
    </a:custClr>
    <a:custClr name="Green 1">
      <a:srgbClr val="F4D9A8"/>
    </a:custClr>
    <a:custClr name="Teal 7">
      <a:srgbClr val="5C3A2E"/>
    </a:custClr>
    <a:custClr name="Teal 6">
      <a:srgbClr val="7A4A33"/>
    </a:custClr>
    <a:custClr name="Teal 5">
      <a:srgbClr val="B58563"/>
    </a:custClr>
    <a:custClr name="Teal 4">
      <a:srgbClr val="D26954"/>
    </a:custClr>
    <a:custClr name="Teal 3">
      <a:srgbClr val="E8D9C2"/>
    </a:custClr>
    <a:custClr name="Teal 2">
      <a:srgbClr val="F3E9D2"/>
    </a:custClr>
    <a:custClr name="Teal 1">
      <a:srgbClr val="FAF5EB"/>
    </a:custClr>
    <a:custClr name="Blue 7">
      <a:srgbClr val="1B2330"/>
    </a:custClr>
    <a:custClr name="Blue 6">
      <a:srgbClr val="1B2330"/>
    </a:custClr>
    <a:custClr name="Blue 5">
      <a:srgbClr val="2D3540"/>
    </a:custClr>
    <a:custClr name="Blue 4">
      <a:srgbClr val="5C6470"/>
    </a:custClr>
    <a:custClr name="Blue 3">
      <a:srgbClr val="B5453A"/>
    </a:custClr>
    <a:custClr name="Blue 2">
      <a:srgbClr val="D26954"/>
    </a:custClr>
    <a:custClr name="Blue 1">
      <a:srgbClr val="F4D9A8"/>
    </a:custClr>
    <a:custClr name="Cool Gray 11">
      <a:srgbClr val="1B2330"/>
    </a:custClr>
    <a:custClr name="Cool Gray 10">
      <a:srgbClr val="5C6470"/>
    </a:custClr>
    <a:custClr name="Cool Gray 9">
      <a:srgbClr val="7A8290"/>
    </a:custClr>
    <a:custClr name="Cool Gray 7">
      <a:srgbClr val="A0A6AE"/>
    </a:custClr>
    <a:custClr name="Cool Gray 6">
      <a:srgbClr val="B8BDC4"/>
    </a:custClr>
    <a:custClr name="Cool Gray 4">
      <a:srgbClr val="C8CDD2"/>
    </a:custClr>
    <a:custClr name="Cool Gray 2">
      <a:srgbClr val="E8D9C2"/>
    </a:custClr>
    <a:custClr name="White">
      <a:srgbClr val="FFFFFF"/>
    </a:custClr>
    <a:custClr name="Black">
      <a:srgbClr val="000000"/>
    </a:custClr>
    <a:custClr name="Red">
      <a:srgbClr val="B5453A"/>
    </a:custClr>
    <a:custClr name="Orange">
      <a:srgbClr val="B5453A"/>
    </a:custClr>
    <a:custClr name="Yellow">
      <a:srgbClr val="E58D3B"/>
    </a:custClr>
  </a:custClrLst>
  <a:extLst>
    <a:ext uri="{05A4C25C-085E-4340-85A3-A5531E510DB2}">
      <thm15:themeFamily xmlns:thm15="http://schemas.microsoft.com/office/thememl/2012/main" name="DT Template_A4_J.potx" id="{8D78AEF0-12E4-474D-85EB-14BC62C9CFDD}" vid="{DDD527BC-6CC7-443B-8254-938D44097410}"/>
    </a:ext>
  </a:extLst>
</a:theme>
</file>

<file path=ppt/theme/theme2.xml><?xml version="1.0" encoding="utf-8"?>
<a:theme xmlns:a="http://schemas.openxmlformats.org/drawingml/2006/main" name="DT Template_A4_J_202201_補足版">
  <a:themeElements>
    <a:clrScheme name="Locore">
      <a:dk1>
        <a:sysClr val="windowText" lastClr="000000"/>
      </a:dk1>
      <a:lt1>
        <a:sysClr val="window" lastClr="FFFFFF"/>
      </a:lt1>
      <a:dk2>
        <a:srgbClr val="1B2330"/>
      </a:dk2>
      <a:lt2>
        <a:srgbClr val="E8D9C2"/>
      </a:lt2>
      <a:accent1>
        <a:srgbClr val="B5453A"/>
      </a:accent1>
      <a:accent2>
        <a:srgbClr val="D26954"/>
      </a:accent2>
      <a:accent3>
        <a:srgbClr val="B5453A"/>
      </a:accent3>
      <a:accent4>
        <a:srgbClr val="7A4A33"/>
      </a:accent4>
      <a:accent5>
        <a:srgbClr val="B58563"/>
      </a:accent5>
      <a:accent6>
        <a:srgbClr val="1B2330"/>
      </a:accent6>
      <a:hlink>
        <a:srgbClr val="B5453A"/>
      </a:hlink>
      <a:folHlink>
        <a:srgbClr val="5C6470"/>
      </a:folHlink>
    </a:clrScheme>
    <a:fontScheme name="Locore">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C8CDD2"/>
        </a:solidFill>
        <a:ln w="12700" algn="ctr">
          <a:solidFill>
            <a:srgbClr val="C8CDD2"/>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5C3A2E"/>
    </a:custClr>
    <a:custClr name="Green 6">
      <a:srgbClr val="7A4A33"/>
    </a:custClr>
    <a:custClr name="Green 5">
      <a:srgbClr val="C45444"/>
    </a:custClr>
    <a:custClr name="Green 4">
      <a:srgbClr val="D26954"/>
    </a:custClr>
    <a:custClr name="Deloitte Green">
      <a:srgbClr val="B5453A"/>
    </a:custClr>
    <a:custClr name="Green 2">
      <a:srgbClr val="E58D3B"/>
    </a:custClr>
    <a:custClr name="Green 1">
      <a:srgbClr val="F4D9A8"/>
    </a:custClr>
    <a:custClr name="Teal 7">
      <a:srgbClr val="5C3A2E"/>
    </a:custClr>
    <a:custClr name="Teal 6">
      <a:srgbClr val="7A4A33"/>
    </a:custClr>
    <a:custClr name="Teal 5">
      <a:srgbClr val="B58563"/>
    </a:custClr>
    <a:custClr name="Teal 4">
      <a:srgbClr val="D26954"/>
    </a:custClr>
    <a:custClr name="Teal 3">
      <a:srgbClr val="E8D9C2"/>
    </a:custClr>
    <a:custClr name="Teal 2">
      <a:srgbClr val="F3E9D2"/>
    </a:custClr>
    <a:custClr name="Teal 1">
      <a:srgbClr val="FAF5EB"/>
    </a:custClr>
    <a:custClr name="Blue 7">
      <a:srgbClr val="1B2330"/>
    </a:custClr>
    <a:custClr name="Blue 6">
      <a:srgbClr val="1B2330"/>
    </a:custClr>
    <a:custClr name="Blue 5">
      <a:srgbClr val="2D3540"/>
    </a:custClr>
    <a:custClr name="Blue 4">
      <a:srgbClr val="5C6470"/>
    </a:custClr>
    <a:custClr name="Blue 3">
      <a:srgbClr val="B5453A"/>
    </a:custClr>
    <a:custClr name="Blue 2">
      <a:srgbClr val="D26954"/>
    </a:custClr>
    <a:custClr name="Blue 1">
      <a:srgbClr val="F4D9A8"/>
    </a:custClr>
    <a:custClr name="Cool Gray 11">
      <a:srgbClr val="1B2330"/>
    </a:custClr>
    <a:custClr name="Cool Gray 10">
      <a:srgbClr val="5C6470"/>
    </a:custClr>
    <a:custClr name="Cool Gray 9">
      <a:srgbClr val="7A8290"/>
    </a:custClr>
    <a:custClr name="Cool Gray 7">
      <a:srgbClr val="A0A6AE"/>
    </a:custClr>
    <a:custClr name="Cool Gray 6">
      <a:srgbClr val="B8BDC4"/>
    </a:custClr>
    <a:custClr name="Cool Gray 4">
      <a:srgbClr val="C8CDD2"/>
    </a:custClr>
    <a:custClr name="Cool Gray 2">
      <a:srgbClr val="E8D9C2"/>
    </a:custClr>
    <a:custClr name="White">
      <a:srgbClr val="FFFFFF"/>
    </a:custClr>
    <a:custClr name="Black">
      <a:srgbClr val="000000"/>
    </a:custClr>
    <a:custClr name="Red">
      <a:srgbClr val="B5453A"/>
    </a:custClr>
    <a:custClr name="Orange">
      <a:srgbClr val="B5453A"/>
    </a:custClr>
    <a:custClr name="Yellow">
      <a:srgbClr val="E58D3B"/>
    </a:custClr>
  </a:custClrLst>
  <a:extLst>
    <a:ext uri="{05A4C25C-085E-4340-85A3-A5531E510DB2}">
      <thm15:themeFamily xmlns:thm15="http://schemas.microsoft.com/office/thememl/2012/main" name="DT Template_A4_J.potx" id="{8D78AEF0-12E4-474D-85EB-14BC62C9CFDD}" vid="{04FC4B16-B994-4A24-B481-723C27E790D8}"/>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B77B8C90359DD4ABC2D8042C48355C0" ma:contentTypeVersion="1" ma:contentTypeDescription="Create a new document." ma:contentTypeScope="" ma:versionID="23d5daba649109ece8319c044c82fd44">
  <xsd:schema xmlns:xsd="http://www.w3.org/2001/XMLSchema" xmlns:xs="http://www.w3.org/2001/XMLSchema" xmlns:p="http://schemas.microsoft.com/office/2006/metadata/properties" xmlns:ns2="1b1a57ed-0815-435c-9314-a86dda944aa8" targetNamespace="http://schemas.microsoft.com/office/2006/metadata/properties" ma:root="true" ma:fieldsID="58bbdb4875cafb5615ea1b87931cb498" ns2:_="">
    <xsd:import namespace="1b1a57ed-0815-435c-9314-a86dda944aa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1a57ed-0815-435c-9314-a86dda944aa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21B286-A395-480F-812B-D3810D1663A3}">
  <ds:schemaRefs>
    <ds:schemaRef ds:uri="http://schemas.microsoft.com/office/2006/documentManagement/types"/>
    <ds:schemaRef ds:uri="http://purl.org/dc/elements/1.1/"/>
    <ds:schemaRef ds:uri="http://schemas.openxmlformats.org/package/2006/metadata/core-properties"/>
    <ds:schemaRef ds:uri="http://purl.org/dc/terms/"/>
    <ds:schemaRef ds:uri="c633123c-0806-488e-8416-d21386cce06b"/>
    <ds:schemaRef ds:uri="http://schemas.microsoft.com/office/2006/metadata/properties"/>
    <ds:schemaRef ds:uri="http://purl.org/dc/dcmitype/"/>
    <ds:schemaRef ds:uri="http://www.w3.org/XML/1998/namespace"/>
    <ds:schemaRef ds:uri="49846136-0b0d-4429-9e2a-7113e5a06a57"/>
    <ds:schemaRef ds:uri="http://schemas.microsoft.com/office/infopath/2007/PartnerControls"/>
  </ds:schemaRefs>
</ds:datastoreItem>
</file>

<file path=customXml/itemProps2.xml><?xml version="1.0" encoding="utf-8"?>
<ds:datastoreItem xmlns:ds="http://schemas.openxmlformats.org/officeDocument/2006/customXml" ds:itemID="{930C252E-ED41-4E29-B284-AA0871E7B1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1a57ed-0815-435c-9314-a86dda944a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38AA1D0-061B-4BB1-8ACF-CE55044D859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DT Template_A4_J (1)</Template>
  <TotalTime>634</TotalTime>
  <Words>1932</Words>
  <Application>Microsoft Office PowerPoint</Application>
  <PresentationFormat>A4 210 x 297 mm</PresentationFormat>
  <Paragraphs>385</Paragraphs>
  <Slides>30</Slides>
  <Notes>29</Notes>
  <HiddenSlides>1</HiddenSlides>
  <MMClips>0</MMClips>
  <ScaleCrop>false</ScaleCrop>
  <HeadingPairs>
    <vt:vector size="8" baseType="variant">
      <vt:variant>
        <vt:lpstr>使用されているフォント</vt:lpstr>
      </vt:variant>
      <vt:variant>
        <vt:i4>7</vt:i4>
      </vt:variant>
      <vt:variant>
        <vt:lpstr>テーマ</vt:lpstr>
      </vt:variant>
      <vt:variant>
        <vt:i4>2</vt:i4>
      </vt:variant>
      <vt:variant>
        <vt:lpstr>埋め込まれた OLE サーバー</vt:lpstr>
      </vt:variant>
      <vt:variant>
        <vt:i4>1</vt:i4>
      </vt:variant>
      <vt:variant>
        <vt:lpstr>スライド タイトル</vt:lpstr>
      </vt:variant>
      <vt:variant>
        <vt:i4>30</vt:i4>
      </vt:variant>
    </vt:vector>
  </HeadingPairs>
  <TitlesOfParts>
    <vt:vector size="40" baseType="lpstr">
      <vt:lpstr>ＭＳ Ｐゴシック</vt:lpstr>
      <vt:lpstr>Arial</vt:lpstr>
      <vt:lpstr>Calibri</vt:lpstr>
      <vt:lpstr>Calibri Light</vt:lpstr>
      <vt:lpstr>Verdana</vt:lpstr>
      <vt:lpstr>Wingdings</vt:lpstr>
      <vt:lpstr>Wingdings 2</vt:lpstr>
      <vt:lpstr>DT Template_A4_J_202201</vt:lpstr>
      <vt:lpstr>DT Template_A4_J_202201_補足版</vt:lpstr>
      <vt:lpstr>think-cell スライド</vt:lpstr>
      <vt:lpstr>PPTチェックテスト</vt:lpstr>
      <vt:lpstr>インストラクション キーラインの指示に従い、左側の例と同じものを右側に作成にしなさい</vt:lpstr>
      <vt:lpstr>PowerPoint プレゼンテーション</vt:lpstr>
      <vt:lpstr>ボックス中の余白を上・左1cmに設定してください</vt:lpstr>
      <vt:lpstr>ボックス中のテキストを上詰め、左寄せにしてください</vt:lpstr>
      <vt:lpstr>段落の間隔をそれぞれ「段落前12pt, 6pt」に設定してください</vt:lpstr>
      <vt:lpstr>文字サイズを「14pt」、フォントを「Calibri Light 本文」に変更してください</vt:lpstr>
      <vt:lpstr>箇条書きの行頭および階層を変更してください（インデントマーカーで設定すること）</vt:lpstr>
      <vt:lpstr>タブを使用して、体裁を整えてください</vt:lpstr>
      <vt:lpstr>テキストの背景に「○△×」を白抜きで書いてください（〇:88pt, △:88pt, ✖:135pt）</vt:lpstr>
      <vt:lpstr> 以下のボックスをコネクタ（3pt、矢印）で結んでください（コネクタの色:図形枠と同じ色を使用）</vt:lpstr>
      <vt:lpstr>ボックスをOrange枠に沿うように整列させてください</vt:lpstr>
      <vt:lpstr>円の中心をそろえ、カラーパレット最上段を使い、色を変更してください</vt:lpstr>
      <vt:lpstr>前面へ移動／背面へ移動を使用し、重なりの仕方を変えてください</vt:lpstr>
      <vt:lpstr>     グループ化してから縮小することで、 Orange枠の中に図を収めてください</vt:lpstr>
      <vt:lpstr>図形を指定されたサイズに変更してください（図形を移動させてはいけない）</vt:lpstr>
      <vt:lpstr>赤色の図形は移動せずに、既存の図形を加工して、例と同じ図を描いてください</vt:lpstr>
      <vt:lpstr>囲み線（4.5pt Orange 点線（丸））を書いてください</vt:lpstr>
      <vt:lpstr>上の図形を拡張メタファイルにして貼り付けてください</vt:lpstr>
      <vt:lpstr>表のスタイルを解除し、罫線（黒、1pt、格子）を引いてください</vt:lpstr>
      <vt:lpstr>セルの高さ・幅をそろえてください</vt:lpstr>
      <vt:lpstr>セルを結合し、表を階段上に整形してください</vt:lpstr>
      <vt:lpstr>表上に、3ptのOrangeの罫線（破線）を引いてください</vt:lpstr>
      <vt:lpstr>“ホームベース”を90度回転し、中の文字を逆に90度回転してください</vt:lpstr>
      <vt:lpstr>箇条書きの順序を並び替えてください</vt:lpstr>
      <vt:lpstr>一番上の図形の書式を、その下の図形に貼り付けてください（列毎に）</vt:lpstr>
      <vt:lpstr>図形の変更を用いて、図形を「正方形／長方形」に変更してください</vt:lpstr>
      <vt:lpstr>グラフ機能を使用し、チャートを作成してください</vt:lpstr>
      <vt:lpstr>（補足）設問25のデータ中身</vt:lpstr>
      <vt:lpstr>PowerPoint プレゼンテーション</vt:lpstr>
    </vt:vector>
  </TitlesOfParts>
  <Manager/>
  <Company>DTT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PPTチェックテスト</dc:title>
  <dc:creator>Wakabayashi, Tsubasa</dc:creator>
  <cp:lastModifiedBy>Yuhi Matsushita</cp:lastModifiedBy>
  <cp:revision>57</cp:revision>
  <cp:lastPrinted>2019-06-13T07:52:20Z</cp:lastPrinted>
  <dcterms:created xsi:type="dcterms:W3CDTF">2022-06-06T07:03:55Z</dcterms:created>
  <dcterms:modified xsi:type="dcterms:W3CDTF">2026-05-14T16:00:56Z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0x0101004B77B8C90359DD4ABC2D8042C48355C0</vt:lpwstr>
  </property>
  <property fmtid="{D5CDD505-2E9C-101B-9397-08002B2CF9AE}" pid="3" name="MSIP_Label_ea60d57e-af5b-4752-ac57-3e4f28ca11dc_Enabled">
    <vt:lpwstr>true</vt:lpwstr>
  </property>
  <property fmtid="{D5CDD505-2E9C-101B-9397-08002B2CF9AE}" pid="4" name="MSIP_Label_ea60d57e-af5b-4752-ac57-3e4f28ca11dc_SetDate">
    <vt:lpwstr>2021-06-10T06:45:02Z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345753b9-61e8-4351-aba5-64732c5426f6</vt:lpwstr>
  </property>
  <property fmtid="{D5CDD505-2E9C-101B-9397-08002B2CF9AE}" pid="9" name="MSIP_Label_ea60d57e-af5b-4752-ac57-3e4f28ca11dc_ContentBits">
    <vt:lpwstr>0</vt:lpwstr>
  </property>
  <property fmtid="{D5CDD505-2E9C-101B-9397-08002B2CF9AE}" pid="10" name="MSIP_Label_19006cc7-c70d-4bd8-a78b-fbf04854936c_Enabled">
    <vt:lpwstr>true</vt:lpwstr>
  </property>
  <property fmtid="{D5CDD505-2E9C-101B-9397-08002B2CF9AE}" pid="11" name="MSIP_Label_19006cc7-c70d-4bd8-a78b-fbf04854936c_SetDate">
    <vt:lpwstr>2023-09-19T01:01:00Z</vt:lpwstr>
  </property>
  <property fmtid="{D5CDD505-2E9C-101B-9397-08002B2CF9AE}" pid="12" name="MSIP_Label_19006cc7-c70d-4bd8-a78b-fbf04854936c_Method">
    <vt:lpwstr>Standard</vt:lpwstr>
  </property>
  <property fmtid="{D5CDD505-2E9C-101B-9397-08002B2CF9AE}" pid="13" name="MSIP_Label_19006cc7-c70d-4bd8-a78b-fbf04854936c_Name">
    <vt:lpwstr>19006cc7-c70d-4bd8-a78b-fbf04854936c</vt:lpwstr>
  </property>
  <property fmtid="{D5CDD505-2E9C-101B-9397-08002B2CF9AE}" pid="14" name="MSIP_Label_19006cc7-c70d-4bd8-a78b-fbf04854936c_SiteId">
    <vt:lpwstr>8e321739-7ad8-452b-9db9-5d4406095d62</vt:lpwstr>
  </property>
  <property fmtid="{D5CDD505-2E9C-101B-9397-08002B2CF9AE}" pid="15" name="MSIP_Label_19006cc7-c70d-4bd8-a78b-fbf04854936c_ActionId">
    <vt:lpwstr>da7c2af5-22e0-47de-8312-d85a088aee95</vt:lpwstr>
  </property>
  <property fmtid="{D5CDD505-2E9C-101B-9397-08002B2CF9AE}" pid="16" name="MSIP_Label_19006cc7-c70d-4bd8-a78b-fbf04854936c_ContentBits">
    <vt:lpwstr>0</vt:lpwstr>
  </property>
</Properties>
</file>